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2_9A6ABE7A.xml" ContentType="application/vnd.ms-powerpoint.comments+xml"/>
  <Override PartName="/ppt/comments/modernComment_104_2B377B10.xml" ContentType="application/vnd.ms-powerpoint.comments+xml"/>
  <Override PartName="/ppt/comments/modernComment_103_85080AC7.xml" ContentType="application/vnd.ms-powerpoint.comment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comments/modernComment_115_4E9DB724.xml" ContentType="application/vnd.ms-powerpoint.comments+xml"/>
  <Override PartName="/ppt/comments/modernComment_118_611B0B34.xml" ContentType="application/vnd.ms-powerpoint.comments+xml"/>
  <Override PartName="/ppt/comments/modernComment_11C_4BD3A780.xml" ContentType="application/vnd.ms-powerpoint.comments+xml"/>
  <Override PartName="/ppt/comments/modernComment_11E_F9B9C9A8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256" r:id="rId2"/>
    <p:sldId id="298" r:id="rId3"/>
    <p:sldId id="282" r:id="rId4"/>
    <p:sldId id="258" r:id="rId5"/>
    <p:sldId id="327" r:id="rId6"/>
    <p:sldId id="260" r:id="rId7"/>
    <p:sldId id="261" r:id="rId8"/>
    <p:sldId id="259" r:id="rId9"/>
    <p:sldId id="300" r:id="rId10"/>
    <p:sldId id="305" r:id="rId11"/>
    <p:sldId id="306" r:id="rId12"/>
    <p:sldId id="307" r:id="rId13"/>
    <p:sldId id="308" r:id="rId14"/>
    <p:sldId id="310" r:id="rId15"/>
    <p:sldId id="311" r:id="rId16"/>
    <p:sldId id="313" r:id="rId17"/>
    <p:sldId id="315" r:id="rId18"/>
    <p:sldId id="316" r:id="rId19"/>
    <p:sldId id="319" r:id="rId20"/>
    <p:sldId id="317" r:id="rId21"/>
    <p:sldId id="277" r:id="rId22"/>
    <p:sldId id="280" r:id="rId23"/>
    <p:sldId id="328" r:id="rId24"/>
    <p:sldId id="281" r:id="rId25"/>
    <p:sldId id="292" r:id="rId26"/>
    <p:sldId id="284" r:id="rId27"/>
    <p:sldId id="320" r:id="rId28"/>
    <p:sldId id="283" r:id="rId29"/>
    <p:sldId id="318" r:id="rId30"/>
    <p:sldId id="321" r:id="rId31"/>
    <p:sldId id="322" r:id="rId32"/>
    <p:sldId id="286" r:id="rId33"/>
    <p:sldId id="323" r:id="rId34"/>
    <p:sldId id="324" r:id="rId35"/>
    <p:sldId id="325" r:id="rId36"/>
    <p:sldId id="326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42114D-C3D1-4343-8595-51C660C8C236}" name="leake@indiana.edu" initials="le" userId="S::urn:spo:guest#leake@indiana.edu::" providerId="AD"/>
  <p188:author id="{D7DDA2D3-132B-E629-30EC-91EB14D8FD5E}" name="Ye, Xiaomeng" initials="YX" userId="S::xye@berry.edu::e9dfea23-315e-4458-a3dd-dbb675ea709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42F9B9-EBCC-0D94-520F-8DDA30EF8465}" v="49" dt="2025-08-18T22:28:22.785"/>
    <p1510:client id="{4B305A8D-446D-BF1A-79EF-833330E48E2F}" v="25" dt="2025-08-19T00:58:18.573"/>
    <p1510:client id="{8B84128D-4F94-DBC7-D268-6AF70FC26F29}" v="1161" dt="2025-08-18T01:18:15.716"/>
    <p1510:client id="{9D0C7877-1EFC-A659-3742-E528022CF33F}" v="154" dt="2025-08-19T18:27:04.618"/>
    <p1510:client id="{E80A1BE5-CBC1-BCFB-558D-32DC01137B63}" v="7" dt="2025-08-19T03:12:08.1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8/10/relationships/authors" Target="authors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, Xiaomeng" userId="S::xye@berry.edu::e9dfea23-315e-4458-a3dd-dbb675ea709b" providerId="AD" clId="Web-{5920F3DE-3637-1032-888D-BCC3152DF157}"/>
    <pc:docChg chg="mod addSld modSld">
      <pc:chgData name="Ye, Xiaomeng" userId="S::xye@berry.edu::e9dfea23-315e-4458-a3dd-dbb675ea709b" providerId="AD" clId="Web-{5920F3DE-3637-1032-888D-BCC3152DF157}" dt="2024-06-21T11:57:28.070" v="491" actId="20577"/>
      <pc:docMkLst>
        <pc:docMk/>
      </pc:docMkLst>
      <pc:sldChg chg="modCm">
        <pc:chgData name="Ye, Xiaomeng" userId="S::xye@berry.edu::e9dfea23-315e-4458-a3dd-dbb675ea709b" providerId="AD" clId="Web-{5920F3DE-3637-1032-888D-BCC3152DF157}" dt="2024-06-21T10:57:41.314" v="1"/>
        <pc:sldMkLst>
          <pc:docMk/>
          <pc:sldMk cId="2590686842" sldId="25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Ye, Xiaomeng" userId="S::xye@berry.edu::e9dfea23-315e-4458-a3dd-dbb675ea709b" providerId="AD" clId="Web-{5920F3DE-3637-1032-888D-BCC3152DF157}" dt="2024-06-21T10:57:41.314" v="1"/>
              <pc2:cmMkLst xmlns:pc2="http://schemas.microsoft.com/office/powerpoint/2019/9/main/command">
                <pc:docMk/>
                <pc:sldMk cId="2590686842" sldId="258"/>
                <pc2:cmMk id="{86027EB9-5DAE-43BA-94DF-DB44B1E1F24B}"/>
              </pc2:cmMkLst>
              <pc226:cmRplyChg chg="add">
                <pc226:chgData name="Ye, Xiaomeng" userId="S::xye@berry.edu::e9dfea23-315e-4458-a3dd-dbb675ea709b" providerId="AD" clId="Web-{5920F3DE-3637-1032-888D-BCC3152DF157}" dt="2024-06-21T10:57:41.314" v="1"/>
                <pc2:cmRplyMkLst xmlns:pc2="http://schemas.microsoft.com/office/powerpoint/2019/9/main/command">
                  <pc:docMk/>
                  <pc:sldMk cId="2590686842" sldId="258"/>
                  <pc2:cmMk id="{86027EB9-5DAE-43BA-94DF-DB44B1E1F24B}"/>
                  <pc2:cmRplyMk id="{0D68EA39-3430-4D1C-93C1-087E14245E99}"/>
                </pc2:cmRplyMkLst>
              </pc226:cmRplyChg>
            </pc226:cmChg>
          </p:ext>
        </pc:extLst>
      </pc:sldChg>
      <pc:sldChg chg="modCm">
        <pc:chgData name="Ye, Xiaomeng" userId="S::xye@berry.edu::e9dfea23-315e-4458-a3dd-dbb675ea709b" providerId="AD" clId="Web-{5920F3DE-3637-1032-888D-BCC3152DF157}" dt="2024-06-21T11:06:14.270" v="114"/>
        <pc:sldMkLst>
          <pc:docMk/>
          <pc:sldMk cId="2231896775" sldId="25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Ye, Xiaomeng" userId="S::xye@berry.edu::e9dfea23-315e-4458-a3dd-dbb675ea709b" providerId="AD" clId="Web-{5920F3DE-3637-1032-888D-BCC3152DF157}" dt="2024-06-21T11:06:14.270" v="114"/>
              <pc2:cmMkLst xmlns:pc2="http://schemas.microsoft.com/office/powerpoint/2019/9/main/command">
                <pc:docMk/>
                <pc:sldMk cId="2231896775" sldId="259"/>
                <pc2:cmMk id="{6C1DE095-3937-4D36-8E80-650804E59344}"/>
              </pc2:cmMkLst>
              <pc226:cmRplyChg chg="add">
                <pc226:chgData name="Ye, Xiaomeng" userId="S::xye@berry.edu::e9dfea23-315e-4458-a3dd-dbb675ea709b" providerId="AD" clId="Web-{5920F3DE-3637-1032-888D-BCC3152DF157}" dt="2024-06-21T11:06:14.270" v="114"/>
                <pc2:cmRplyMkLst xmlns:pc2="http://schemas.microsoft.com/office/powerpoint/2019/9/main/command">
                  <pc:docMk/>
                  <pc:sldMk cId="2231896775" sldId="259"/>
                  <pc2:cmMk id="{6C1DE095-3937-4D36-8E80-650804E59344}"/>
                  <pc2:cmRplyMk id="{942C53CB-F3E1-4F15-B5E4-B1BEDAEA40CE}"/>
                </pc2:cmRplyMkLst>
              </pc226:cmRplyChg>
            </pc226:cmChg>
          </p:ext>
        </pc:extLst>
      </pc:sldChg>
      <pc:sldChg chg="modCm">
        <pc:chgData name="Ye, Xiaomeng" userId="S::xye@berry.edu::e9dfea23-315e-4458-a3dd-dbb675ea709b" providerId="AD" clId="Web-{5920F3DE-3637-1032-888D-BCC3152DF157}" dt="2024-06-21T10:58:43.691" v="2"/>
        <pc:sldMkLst>
          <pc:docMk/>
          <pc:sldMk cId="725056272" sldId="26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Ye, Xiaomeng" userId="S::xye@berry.edu::e9dfea23-315e-4458-a3dd-dbb675ea709b" providerId="AD" clId="Web-{5920F3DE-3637-1032-888D-BCC3152DF157}" dt="2024-06-21T10:58:43.691" v="2"/>
              <pc2:cmMkLst xmlns:pc2="http://schemas.microsoft.com/office/powerpoint/2019/9/main/command">
                <pc:docMk/>
                <pc:sldMk cId="725056272" sldId="260"/>
                <pc2:cmMk id="{22511B4F-0375-4A85-9DD5-29E0319AE67D}"/>
              </pc2:cmMkLst>
              <pc226:cmRplyChg chg="add">
                <pc226:chgData name="Ye, Xiaomeng" userId="S::xye@berry.edu::e9dfea23-315e-4458-a3dd-dbb675ea709b" providerId="AD" clId="Web-{5920F3DE-3637-1032-888D-BCC3152DF157}" dt="2024-06-21T10:58:43.691" v="2"/>
                <pc2:cmRplyMkLst xmlns:pc2="http://schemas.microsoft.com/office/powerpoint/2019/9/main/command">
                  <pc:docMk/>
                  <pc:sldMk cId="725056272" sldId="260"/>
                  <pc2:cmMk id="{22511B4F-0375-4A85-9DD5-29E0319AE67D}"/>
                  <pc2:cmRplyMk id="{40C526D9-D4F9-4A47-BE28-C2475FFF0AD1}"/>
                </pc2:cmRplyMkLst>
              </pc226:cmRplyChg>
            </pc226:cmChg>
          </p:ext>
        </pc:extLst>
      </pc:sldChg>
      <pc:sldChg chg="modCm">
        <pc:chgData name="Ye, Xiaomeng" userId="S::xye@berry.edu::e9dfea23-315e-4458-a3dd-dbb675ea709b" providerId="AD" clId="Web-{5920F3DE-3637-1032-888D-BCC3152DF157}" dt="2024-06-21T11:21:49.227" v="120"/>
        <pc:sldMkLst>
          <pc:docMk/>
          <pc:sldMk cId="959618595" sldId="26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Ye, Xiaomeng" userId="S::xye@berry.edu::e9dfea23-315e-4458-a3dd-dbb675ea709b" providerId="AD" clId="Web-{5920F3DE-3637-1032-888D-BCC3152DF157}" dt="2024-06-21T11:21:49.227" v="120"/>
              <pc2:cmMkLst xmlns:pc2="http://schemas.microsoft.com/office/powerpoint/2019/9/main/command">
                <pc:docMk/>
                <pc:sldMk cId="959618595" sldId="266"/>
                <pc2:cmMk id="{9D4AEC53-463A-4801-BE7F-CA30002B1E10}"/>
              </pc2:cmMkLst>
              <pc226:cmRplyChg chg="add">
                <pc226:chgData name="Ye, Xiaomeng" userId="S::xye@berry.edu::e9dfea23-315e-4458-a3dd-dbb675ea709b" providerId="AD" clId="Web-{5920F3DE-3637-1032-888D-BCC3152DF157}" dt="2024-06-21T11:19:15.550" v="119"/>
                <pc2:cmRplyMkLst xmlns:pc2="http://schemas.microsoft.com/office/powerpoint/2019/9/main/command">
                  <pc:docMk/>
                  <pc:sldMk cId="959618595" sldId="266"/>
                  <pc2:cmMk id="{9D4AEC53-463A-4801-BE7F-CA30002B1E10}"/>
                  <pc2:cmRplyMk id="{6D0D2667-B475-47CF-A1ED-FA5B82296B5D}"/>
                </pc2:cmRplyMkLst>
              </pc226:cmRplyChg>
              <pc226:cmRplyChg chg="add">
                <pc226:chgData name="Ye, Xiaomeng" userId="S::xye@berry.edu::e9dfea23-315e-4458-a3dd-dbb675ea709b" providerId="AD" clId="Web-{5920F3DE-3637-1032-888D-BCC3152DF157}" dt="2024-06-21T11:21:49.227" v="120"/>
                <pc2:cmRplyMkLst xmlns:pc2="http://schemas.microsoft.com/office/powerpoint/2019/9/main/command">
                  <pc:docMk/>
                  <pc:sldMk cId="959618595" sldId="266"/>
                  <pc2:cmMk id="{9D4AEC53-463A-4801-BE7F-CA30002B1E10}"/>
                  <pc2:cmRplyMk id="{ED867F8B-C5A7-4A88-80A6-99A3236FD8A5}"/>
                </pc2:cmRplyMkLst>
              </pc226:cmRplyChg>
            </pc226:cmChg>
          </p:ext>
        </pc:extLst>
      </pc:sldChg>
      <pc:sldChg chg="delSp modCm">
        <pc:chgData name="Ye, Xiaomeng" userId="S::xye@berry.edu::e9dfea23-315e-4458-a3dd-dbb675ea709b" providerId="AD" clId="Web-{5920F3DE-3637-1032-888D-BCC3152DF157}" dt="2024-06-21T11:15:09.760" v="117"/>
        <pc:sldMkLst>
          <pc:docMk/>
          <pc:sldMk cId="1722546881" sldId="26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Ye, Xiaomeng" userId="S::xye@berry.edu::e9dfea23-315e-4458-a3dd-dbb675ea709b" providerId="AD" clId="Web-{5920F3DE-3637-1032-888D-BCC3152DF157}" dt="2024-06-21T11:15:06.838" v="116"/>
              <pc2:cmMkLst xmlns:pc2="http://schemas.microsoft.com/office/powerpoint/2019/9/main/command">
                <pc:docMk/>
                <pc:sldMk cId="1722546881" sldId="269"/>
                <pc2:cmMk id="{9EB5D541-44B7-47B8-BA3D-F274AF0066BE}"/>
              </pc2:cmMkLst>
              <pc226:cmRplyChg chg="add">
                <pc226:chgData name="Ye, Xiaomeng" userId="S::xye@berry.edu::e9dfea23-315e-4458-a3dd-dbb675ea709b" providerId="AD" clId="Web-{5920F3DE-3637-1032-888D-BCC3152DF157}" dt="2024-06-21T11:13:28.865" v="115"/>
                <pc2:cmRplyMkLst xmlns:pc2="http://schemas.microsoft.com/office/powerpoint/2019/9/main/command">
                  <pc:docMk/>
                  <pc:sldMk cId="1722546881" sldId="269"/>
                  <pc2:cmMk id="{9EB5D541-44B7-47B8-BA3D-F274AF0066BE}"/>
                  <pc2:cmRplyMk id="{3C156E61-2815-4EFB-B14D-DF6B7F48A9CA}"/>
                </pc2:cmRplyMkLst>
              </pc226:cmRplyChg>
              <pc226:cmRplyChg chg="add">
                <pc226:chgData name="Ye, Xiaomeng" userId="S::xye@berry.edu::e9dfea23-315e-4458-a3dd-dbb675ea709b" providerId="AD" clId="Web-{5920F3DE-3637-1032-888D-BCC3152DF157}" dt="2024-06-21T11:15:06.838" v="116"/>
                <pc2:cmRplyMkLst xmlns:pc2="http://schemas.microsoft.com/office/powerpoint/2019/9/main/command">
                  <pc:docMk/>
                  <pc:sldMk cId="1722546881" sldId="269"/>
                  <pc2:cmMk id="{9EB5D541-44B7-47B8-BA3D-F274AF0066BE}"/>
                  <pc2:cmRplyMk id="{9BF2FADE-170B-4BB6-B8EF-66F498643EF4}"/>
                </pc2:cmRplyMkLst>
              </pc226:cmRplyChg>
            </pc226:cmChg>
          </p:ext>
        </pc:extLst>
      </pc:sldChg>
      <pc:sldChg chg="modCm">
        <pc:chgData name="Ye, Xiaomeng" userId="S::xye@berry.edu::e9dfea23-315e-4458-a3dd-dbb675ea709b" providerId="AD" clId="Web-{5920F3DE-3637-1032-888D-BCC3152DF157}" dt="2024-06-21T11:15:50.839" v="118"/>
        <pc:sldMkLst>
          <pc:docMk/>
          <pc:sldMk cId="169548117" sldId="27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Ye, Xiaomeng" userId="S::xye@berry.edu::e9dfea23-315e-4458-a3dd-dbb675ea709b" providerId="AD" clId="Web-{5920F3DE-3637-1032-888D-BCC3152DF157}" dt="2024-06-21T11:15:50.839" v="118"/>
              <pc2:cmMkLst xmlns:pc2="http://schemas.microsoft.com/office/powerpoint/2019/9/main/command">
                <pc:docMk/>
                <pc:sldMk cId="169548117" sldId="270"/>
                <pc2:cmMk id="{ECD3FC88-6DF5-4E0D-B415-F78CF8680A38}"/>
              </pc2:cmMkLst>
              <pc226:cmRplyChg chg="add">
                <pc226:chgData name="Ye, Xiaomeng" userId="S::xye@berry.edu::e9dfea23-315e-4458-a3dd-dbb675ea709b" providerId="AD" clId="Web-{5920F3DE-3637-1032-888D-BCC3152DF157}" dt="2024-06-21T11:15:50.839" v="118"/>
                <pc2:cmRplyMkLst xmlns:pc2="http://schemas.microsoft.com/office/powerpoint/2019/9/main/command">
                  <pc:docMk/>
                  <pc:sldMk cId="169548117" sldId="270"/>
                  <pc2:cmMk id="{ECD3FC88-6DF5-4E0D-B415-F78CF8680A38}"/>
                  <pc2:cmRplyMk id="{C3182A59-3B1F-4D0F-AC12-DCFFC7513655}"/>
                </pc2:cmRplyMkLst>
              </pc226:cmRplyChg>
            </pc226:cmChg>
          </p:ext>
        </pc:extLst>
      </pc:sldChg>
      <pc:sldChg chg="modSp modCm">
        <pc:chgData name="Ye, Xiaomeng" userId="S::xye@berry.edu::e9dfea23-315e-4458-a3dd-dbb675ea709b" providerId="AD" clId="Web-{5920F3DE-3637-1032-888D-BCC3152DF157}" dt="2024-06-21T11:24:08.826" v="129" actId="20577"/>
        <pc:sldMkLst>
          <pc:docMk/>
          <pc:sldMk cId="2820553088" sldId="27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Ye, Xiaomeng" userId="S::xye@berry.edu::e9dfea23-315e-4458-a3dd-dbb675ea709b" providerId="AD" clId="Web-{5920F3DE-3637-1032-888D-BCC3152DF157}" dt="2024-06-21T11:23:53.466" v="128" actId="20577"/>
              <pc2:cmMkLst xmlns:pc2="http://schemas.microsoft.com/office/powerpoint/2019/9/main/command">
                <pc:docMk/>
                <pc:sldMk cId="2820553088" sldId="274"/>
                <pc2:cmMk id="{20E46EA4-AD5D-49D6-ABA1-BAB7599F9F62}"/>
              </pc2:cmMkLst>
              <pc226:cmRplyChg chg="add">
                <pc226:chgData name="Ye, Xiaomeng" userId="S::xye@berry.edu::e9dfea23-315e-4458-a3dd-dbb675ea709b" providerId="AD" clId="Web-{5920F3DE-3637-1032-888D-BCC3152DF157}" dt="2024-06-21T11:22:50.823" v="121"/>
                <pc2:cmRplyMkLst xmlns:pc2="http://schemas.microsoft.com/office/powerpoint/2019/9/main/command">
                  <pc:docMk/>
                  <pc:sldMk cId="2820553088" sldId="274"/>
                  <pc2:cmMk id="{20E46EA4-AD5D-49D6-ABA1-BAB7599F9F62}"/>
                  <pc2:cmRplyMk id="{45FBD2AB-C3BD-4015-942F-18261B04A70B}"/>
                </pc2:cmRplyMkLst>
              </pc226:cmRplyChg>
            </pc226:cmChg>
          </p:ext>
        </pc:extLst>
      </pc:sldChg>
      <pc:sldChg chg="modSp modCm">
        <pc:chgData name="Ye, Xiaomeng" userId="S::xye@berry.edu::e9dfea23-315e-4458-a3dd-dbb675ea709b" providerId="AD" clId="Web-{5920F3DE-3637-1032-888D-BCC3152DF157}" dt="2024-06-21T11:29:29.634" v="149" actId="20577"/>
        <pc:sldMkLst>
          <pc:docMk/>
          <pc:sldMk cId="2541881691" sldId="27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Ye, Xiaomeng" userId="S::xye@berry.edu::e9dfea23-315e-4458-a3dd-dbb675ea709b" providerId="AD" clId="Web-{5920F3DE-3637-1032-888D-BCC3152DF157}" dt="2024-06-21T11:29:26.462" v="148"/>
              <pc2:cmMkLst xmlns:pc2="http://schemas.microsoft.com/office/powerpoint/2019/9/main/command">
                <pc:docMk/>
                <pc:sldMk cId="2541881691" sldId="275"/>
                <pc2:cmMk id="{DB36D90B-2987-4EA5-A487-6A9D218BFEFE}"/>
              </pc2:cmMkLst>
              <pc226:cmRplyChg chg="add">
                <pc226:chgData name="Ye, Xiaomeng" userId="S::xye@berry.edu::e9dfea23-315e-4458-a3dd-dbb675ea709b" providerId="AD" clId="Web-{5920F3DE-3637-1032-888D-BCC3152DF157}" dt="2024-06-21T11:29:26.462" v="148"/>
                <pc2:cmRplyMkLst xmlns:pc2="http://schemas.microsoft.com/office/powerpoint/2019/9/main/command">
                  <pc:docMk/>
                  <pc:sldMk cId="2541881691" sldId="275"/>
                  <pc2:cmMk id="{DB36D90B-2987-4EA5-A487-6A9D218BFEFE}"/>
                  <pc2:cmRplyMk id="{CB1EA129-765E-4619-9B92-76090A6C83BC}"/>
                </pc2:cmRplyMkLst>
              </pc226:cmRplyChg>
            </pc226:cmChg>
          </p:ext>
        </pc:extLst>
      </pc:sldChg>
      <pc:sldChg chg="modSp modCm">
        <pc:chgData name="Ye, Xiaomeng" userId="S::xye@berry.edu::e9dfea23-315e-4458-a3dd-dbb675ea709b" providerId="AD" clId="Web-{5920F3DE-3637-1032-888D-BCC3152DF157}" dt="2024-06-21T11:29:03.899" v="145" actId="20577"/>
        <pc:sldMkLst>
          <pc:docMk/>
          <pc:sldMk cId="1318958884" sldId="27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Ye, Xiaomeng" userId="S::xye@berry.edu::e9dfea23-315e-4458-a3dd-dbb675ea709b" providerId="AD" clId="Web-{5920F3DE-3637-1032-888D-BCC3152DF157}" dt="2024-06-21T11:29:01.633" v="144"/>
              <pc2:cmMkLst xmlns:pc2="http://schemas.microsoft.com/office/powerpoint/2019/9/main/command">
                <pc:docMk/>
                <pc:sldMk cId="1318958884" sldId="277"/>
                <pc2:cmMk id="{9ABBDAA9-30DD-49FE-9E51-981AC49D93BE}"/>
              </pc2:cmMkLst>
              <pc226:cmRplyChg chg="add">
                <pc226:chgData name="Ye, Xiaomeng" userId="S::xye@berry.edu::e9dfea23-315e-4458-a3dd-dbb675ea709b" providerId="AD" clId="Web-{5920F3DE-3637-1032-888D-BCC3152DF157}" dt="2024-06-21T11:29:01.633" v="144"/>
                <pc2:cmRplyMkLst xmlns:pc2="http://schemas.microsoft.com/office/powerpoint/2019/9/main/command">
                  <pc:docMk/>
                  <pc:sldMk cId="1318958884" sldId="277"/>
                  <pc2:cmMk id="{9ABBDAA9-30DD-49FE-9E51-981AC49D93BE}"/>
                  <pc2:cmRplyMk id="{F7AB9E85-04E4-4F0F-BCE4-1DED5EBE8509}"/>
                </pc2:cmRplyMkLst>
              </pc226:cmRplyChg>
            </pc226:cmChg>
          </p:ext>
        </pc:extLst>
      </pc:sldChg>
      <pc:sldChg chg="modSp modCm">
        <pc:chgData name="Ye, Xiaomeng" userId="S::xye@berry.edu::e9dfea23-315e-4458-a3dd-dbb675ea709b" providerId="AD" clId="Web-{5920F3DE-3637-1032-888D-BCC3152DF157}" dt="2024-06-21T11:31:50.139" v="158" actId="20577"/>
        <pc:sldMkLst>
          <pc:docMk/>
          <pc:sldMk cId="1716170550" sldId="27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Ye, Xiaomeng" userId="S::xye@berry.edu::e9dfea23-315e-4458-a3dd-dbb675ea709b" providerId="AD" clId="Web-{5920F3DE-3637-1032-888D-BCC3152DF157}" dt="2024-06-21T11:30:27.793" v="150"/>
              <pc2:cmMkLst xmlns:pc2="http://schemas.microsoft.com/office/powerpoint/2019/9/main/command">
                <pc:docMk/>
                <pc:sldMk cId="1716170550" sldId="278"/>
                <pc2:cmMk id="{8971329C-9F99-416D-B6EB-3DCF01427655}"/>
              </pc2:cmMkLst>
              <pc226:cmRplyChg chg="add">
                <pc226:chgData name="Ye, Xiaomeng" userId="S::xye@berry.edu::e9dfea23-315e-4458-a3dd-dbb675ea709b" providerId="AD" clId="Web-{5920F3DE-3637-1032-888D-BCC3152DF157}" dt="2024-06-21T11:30:27.793" v="150"/>
                <pc2:cmRplyMkLst xmlns:pc2="http://schemas.microsoft.com/office/powerpoint/2019/9/main/command">
                  <pc:docMk/>
                  <pc:sldMk cId="1716170550" sldId="278"/>
                  <pc2:cmMk id="{8971329C-9F99-416D-B6EB-3DCF01427655}"/>
                  <pc2:cmRplyMk id="{17BD9700-F6D3-43B6-B8C4-B71F0601DFAF}"/>
                </pc2:cmRplyMkLst>
              </pc226:cmRplyChg>
            </pc226:cmChg>
            <pc226:cmChg xmlns:pc226="http://schemas.microsoft.com/office/powerpoint/2022/06/main/command" chg="mod">
              <pc226:chgData name="Ye, Xiaomeng" userId="S::xye@berry.edu::e9dfea23-315e-4458-a3dd-dbb675ea709b" providerId="AD" clId="Web-{5920F3DE-3637-1032-888D-BCC3152DF157}" dt="2024-06-21T11:31:46.655" v="157"/>
              <pc2:cmMkLst xmlns:pc2="http://schemas.microsoft.com/office/powerpoint/2019/9/main/command">
                <pc:docMk/>
                <pc:sldMk cId="1716170550" sldId="278"/>
                <pc2:cmMk id="{780364D9-D54E-41AF-9D22-5C1503570A8A}"/>
              </pc2:cmMkLst>
              <pc226:cmRplyChg chg="add">
                <pc226:chgData name="Ye, Xiaomeng" userId="S::xye@berry.edu::e9dfea23-315e-4458-a3dd-dbb675ea709b" providerId="AD" clId="Web-{5920F3DE-3637-1032-888D-BCC3152DF157}" dt="2024-06-21T11:31:46.655" v="157"/>
                <pc2:cmRplyMkLst xmlns:pc2="http://schemas.microsoft.com/office/powerpoint/2019/9/main/command">
                  <pc:docMk/>
                  <pc:sldMk cId="1716170550" sldId="278"/>
                  <pc2:cmMk id="{780364D9-D54E-41AF-9D22-5C1503570A8A}"/>
                  <pc2:cmRplyMk id="{45413886-E91F-4AAE-A427-6D3DCBC21FE6}"/>
                </pc2:cmRplyMkLst>
              </pc226:cmRplyChg>
            </pc226:cmChg>
          </p:ext>
        </pc:extLst>
      </pc:sldChg>
      <pc:sldChg chg="modSp modCm">
        <pc:chgData name="Ye, Xiaomeng" userId="S::xye@berry.edu::e9dfea23-315e-4458-a3dd-dbb675ea709b" providerId="AD" clId="Web-{5920F3DE-3637-1032-888D-BCC3152DF157}" dt="2024-06-21T11:35:28.444" v="166" actId="20577"/>
        <pc:sldMkLst>
          <pc:docMk/>
          <pc:sldMk cId="1629162292" sldId="28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Ye, Xiaomeng" userId="S::xye@berry.edu::e9dfea23-315e-4458-a3dd-dbb675ea709b" providerId="AD" clId="Web-{5920F3DE-3637-1032-888D-BCC3152DF157}" dt="2024-06-21T11:32:58.767" v="164"/>
              <pc2:cmMkLst xmlns:pc2="http://schemas.microsoft.com/office/powerpoint/2019/9/main/command">
                <pc:docMk/>
                <pc:sldMk cId="1629162292" sldId="280"/>
                <pc2:cmMk id="{A77045B4-6E68-4B59-8E17-4CB86BD09A49}"/>
              </pc2:cmMkLst>
              <pc226:cmRplyChg chg="add">
                <pc226:chgData name="Ye, Xiaomeng" userId="S::xye@berry.edu::e9dfea23-315e-4458-a3dd-dbb675ea709b" providerId="AD" clId="Web-{5920F3DE-3637-1032-888D-BCC3152DF157}" dt="2024-06-21T11:32:58.767" v="164"/>
                <pc2:cmRplyMkLst xmlns:pc2="http://schemas.microsoft.com/office/powerpoint/2019/9/main/command">
                  <pc:docMk/>
                  <pc:sldMk cId="1629162292" sldId="280"/>
                  <pc2:cmMk id="{A77045B4-6E68-4B59-8E17-4CB86BD09A49}"/>
                  <pc2:cmRplyMk id="{CED4BBEC-394A-48FB-A05C-D7D883FC8CAE}"/>
                </pc2:cmRplyMkLst>
              </pc226:cmRplyChg>
            </pc226:cmChg>
            <pc226:cmChg xmlns:pc226="http://schemas.microsoft.com/office/powerpoint/2022/06/main/command" chg="mod">
              <pc226:chgData name="Ye, Xiaomeng" userId="S::xye@berry.edu::e9dfea23-315e-4458-a3dd-dbb675ea709b" providerId="AD" clId="Web-{5920F3DE-3637-1032-888D-BCC3152DF157}" dt="2024-06-21T11:35:24.100" v="165"/>
              <pc2:cmMkLst xmlns:pc2="http://schemas.microsoft.com/office/powerpoint/2019/9/main/command">
                <pc:docMk/>
                <pc:sldMk cId="1629162292" sldId="280"/>
                <pc2:cmMk id="{56550DE3-04DC-49F0-8DE6-480E4D9A29F9}"/>
              </pc2:cmMkLst>
              <pc226:cmRplyChg chg="add">
                <pc226:chgData name="Ye, Xiaomeng" userId="S::xye@berry.edu::e9dfea23-315e-4458-a3dd-dbb675ea709b" providerId="AD" clId="Web-{5920F3DE-3637-1032-888D-BCC3152DF157}" dt="2024-06-21T11:35:24.100" v="165"/>
                <pc2:cmRplyMkLst xmlns:pc2="http://schemas.microsoft.com/office/powerpoint/2019/9/main/command">
                  <pc:docMk/>
                  <pc:sldMk cId="1629162292" sldId="280"/>
                  <pc2:cmMk id="{56550DE3-04DC-49F0-8DE6-480E4D9A29F9}"/>
                  <pc2:cmRplyMk id="{BB496777-2939-441F-9F57-25ED9252BE64}"/>
                </pc2:cmRplyMkLst>
              </pc226:cmRplyChg>
            </pc226:cmChg>
          </p:ext>
        </pc:extLst>
      </pc:sldChg>
      <pc:sldChg chg="modSp modCm">
        <pc:chgData name="Ye, Xiaomeng" userId="S::xye@berry.edu::e9dfea23-315e-4458-a3dd-dbb675ea709b" providerId="AD" clId="Web-{5920F3DE-3637-1032-888D-BCC3152DF157}" dt="2024-06-21T11:54:25.157" v="277"/>
        <pc:sldMkLst>
          <pc:docMk/>
          <pc:sldMk cId="1272162176" sldId="28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Ye, Xiaomeng" userId="S::xye@berry.edu::e9dfea23-315e-4458-a3dd-dbb675ea709b" providerId="AD" clId="Web-{5920F3DE-3637-1032-888D-BCC3152DF157}" dt="2024-06-21T11:52:03.965" v="248"/>
              <pc2:cmMkLst xmlns:pc2="http://schemas.microsoft.com/office/powerpoint/2019/9/main/command">
                <pc:docMk/>
                <pc:sldMk cId="1272162176" sldId="284"/>
                <pc2:cmMk id="{47CBD4C6-5E74-4529-AFDC-418259BE5E0C}"/>
              </pc2:cmMkLst>
              <pc226:cmRplyChg chg="add">
                <pc226:chgData name="Ye, Xiaomeng" userId="S::xye@berry.edu::e9dfea23-315e-4458-a3dd-dbb675ea709b" providerId="AD" clId="Web-{5920F3DE-3637-1032-888D-BCC3152DF157}" dt="2024-06-21T11:52:03.965" v="248"/>
                <pc2:cmRplyMkLst xmlns:pc2="http://schemas.microsoft.com/office/powerpoint/2019/9/main/command">
                  <pc:docMk/>
                  <pc:sldMk cId="1272162176" sldId="284"/>
                  <pc2:cmMk id="{47CBD4C6-5E74-4529-AFDC-418259BE5E0C}"/>
                  <pc2:cmRplyMk id="{FDBBAFF2-AAAD-4016-BC61-99686BAE4EE8}"/>
                </pc2:cmRplyMkLst>
              </pc226:cmRplyChg>
            </pc226:cmChg>
            <pc226:cmChg xmlns:pc226="http://schemas.microsoft.com/office/powerpoint/2022/06/main/command" chg="mod">
              <pc226:chgData name="Ye, Xiaomeng" userId="S::xye@berry.edu::e9dfea23-315e-4458-a3dd-dbb675ea709b" providerId="AD" clId="Web-{5920F3DE-3637-1032-888D-BCC3152DF157}" dt="2024-06-21T11:54:25.157" v="277"/>
              <pc2:cmMkLst xmlns:pc2="http://schemas.microsoft.com/office/powerpoint/2019/9/main/command">
                <pc:docMk/>
                <pc:sldMk cId="1272162176" sldId="284"/>
                <pc2:cmMk id="{896213D1-8CC9-4297-ACE1-CB807FE76F1D}"/>
              </pc2:cmMkLst>
              <pc226:cmRplyChg chg="add">
                <pc226:chgData name="Ye, Xiaomeng" userId="S::xye@berry.edu::e9dfea23-315e-4458-a3dd-dbb675ea709b" providerId="AD" clId="Web-{5920F3DE-3637-1032-888D-BCC3152DF157}" dt="2024-06-21T11:54:25.157" v="277"/>
                <pc2:cmRplyMkLst xmlns:pc2="http://schemas.microsoft.com/office/powerpoint/2019/9/main/command">
                  <pc:docMk/>
                  <pc:sldMk cId="1272162176" sldId="284"/>
                  <pc2:cmMk id="{896213D1-8CC9-4297-ACE1-CB807FE76F1D}"/>
                  <pc2:cmRplyMk id="{B48650FF-E366-4C56-BE32-87C32480ADF5}"/>
                </pc2:cmRplyMkLst>
              </pc226:cmRplyChg>
            </pc226:cmChg>
          </p:ext>
        </pc:extLst>
      </pc:sldChg>
      <pc:sldChg chg="modSp modCm">
        <pc:chgData name="Ye, Xiaomeng" userId="S::xye@berry.edu::e9dfea23-315e-4458-a3dd-dbb675ea709b" providerId="AD" clId="Web-{5920F3DE-3637-1032-888D-BCC3152DF157}" dt="2024-06-21T11:05:18.612" v="113" actId="20577"/>
        <pc:sldMkLst>
          <pc:docMk/>
          <pc:sldMk cId="1229690806" sldId="291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Ye, Xiaomeng" userId="S::xye@berry.edu::e9dfea23-315e-4458-a3dd-dbb675ea709b" providerId="AD" clId="Web-{5920F3DE-3637-1032-888D-BCC3152DF157}" dt="2024-06-21T11:05:14.158" v="112"/>
              <pc2:cmMkLst xmlns:pc2="http://schemas.microsoft.com/office/powerpoint/2019/9/main/command">
                <pc:docMk/>
                <pc:sldMk cId="1229690806" sldId="291"/>
                <pc2:cmMk id="{D1FACD27-E34A-4A59-9CF2-1B5292E72666}"/>
              </pc2:cmMkLst>
              <pc226:cmRplyChg chg="add">
                <pc226:chgData name="Ye, Xiaomeng" userId="S::xye@berry.edu::e9dfea23-315e-4458-a3dd-dbb675ea709b" providerId="AD" clId="Web-{5920F3DE-3637-1032-888D-BCC3152DF157}" dt="2024-06-21T11:05:14.158" v="112"/>
                <pc2:cmRplyMkLst xmlns:pc2="http://schemas.microsoft.com/office/powerpoint/2019/9/main/command">
                  <pc:docMk/>
                  <pc:sldMk cId="1229690806" sldId="291"/>
                  <pc2:cmMk id="{D1FACD27-E34A-4A59-9CF2-1B5292E72666}"/>
                  <pc2:cmRplyMk id="{EB69C679-0B80-46BE-BBE7-76DA01E30255}"/>
                </pc2:cmRplyMkLst>
              </pc226:cmRplyChg>
            </pc226:cmChg>
          </p:ext>
        </pc:extLst>
      </pc:sldChg>
      <pc:sldChg chg="modSp new">
        <pc:chgData name="Ye, Xiaomeng" userId="S::xye@berry.edu::e9dfea23-315e-4458-a3dd-dbb675ea709b" providerId="AD" clId="Web-{5920F3DE-3637-1032-888D-BCC3152DF157}" dt="2024-06-21T11:51:56.308" v="247" actId="20577"/>
        <pc:sldMkLst>
          <pc:docMk/>
          <pc:sldMk cId="880561537" sldId="292"/>
        </pc:sldMkLst>
      </pc:sldChg>
      <pc:sldChg chg="modSp add replId delCm modCm">
        <pc:chgData name="Ye, Xiaomeng" userId="S::xye@berry.edu::e9dfea23-315e-4458-a3dd-dbb675ea709b" providerId="AD" clId="Web-{5920F3DE-3637-1032-888D-BCC3152DF157}" dt="2024-06-21T11:57:28.070" v="491" actId="20577"/>
        <pc:sldMkLst>
          <pc:docMk/>
          <pc:sldMk cId="1539557568" sldId="29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Ye, Xiaomeng" userId="S::xye@berry.edu::e9dfea23-315e-4458-a3dd-dbb675ea709b" providerId="AD" clId="Web-{5920F3DE-3637-1032-888D-BCC3152DF157}" dt="2024-06-21T11:54:19.251" v="276"/>
              <pc2:cmMkLst xmlns:pc2="http://schemas.microsoft.com/office/powerpoint/2019/9/main/command">
                <pc:docMk/>
                <pc:sldMk cId="1539557568" sldId="293"/>
                <pc2:cmMk id="{4C55C519-0B25-48FC-99DD-8DF8D1A48A7F}"/>
              </pc2:cmMkLst>
            </pc226:cmChg>
            <pc226:cmChg xmlns:pc226="http://schemas.microsoft.com/office/powerpoint/2022/06/main/command" chg="del">
              <pc226:chgData name="Ye, Xiaomeng" userId="S::xye@berry.edu::e9dfea23-315e-4458-a3dd-dbb675ea709b" providerId="AD" clId="Web-{5920F3DE-3637-1032-888D-BCC3152DF157}" dt="2024-06-21T11:54:17.423" v="275"/>
              <pc2:cmMkLst xmlns:pc2="http://schemas.microsoft.com/office/powerpoint/2019/9/main/command">
                <pc:docMk/>
                <pc:sldMk cId="1539557568" sldId="293"/>
                <pc2:cmMk id="{9F1A87AA-82CD-46F1-B595-E13819F44148}"/>
              </pc2:cmMkLst>
            </pc226:cmChg>
          </p:ext>
        </pc:extLst>
      </pc:sldChg>
    </pc:docChg>
  </pc:docChgLst>
  <pc:docChgLst>
    <pc:chgData name="leake@indiana.edu" userId="S::urn:spo:guest#leake@indiana.edu::" providerId="AD" clId="Web-{43B922A8-F95D-91CD-53B9-1304580F6AA3}"/>
    <pc:docChg chg="modSld">
      <pc:chgData name="leake@indiana.edu" userId="S::urn:spo:guest#leake@indiana.edu::" providerId="AD" clId="Web-{43B922A8-F95D-91CD-53B9-1304580F6AA3}" dt="2024-06-26T14:32:25.791" v="103"/>
      <pc:docMkLst>
        <pc:docMk/>
      </pc:docMkLst>
      <pc:sldChg chg="addSp modSp addAnim delAnim modAnim modNotes">
        <pc:chgData name="leake@indiana.edu" userId="S::urn:spo:guest#leake@indiana.edu::" providerId="AD" clId="Web-{43B922A8-F95D-91CD-53B9-1304580F6AA3}" dt="2024-06-26T14:32:25.791" v="103"/>
        <pc:sldMkLst>
          <pc:docMk/>
          <pc:sldMk cId="1416125810" sldId="263"/>
        </pc:sldMkLst>
      </pc:sldChg>
    </pc:docChg>
  </pc:docChgLst>
  <pc:docChgLst>
    <pc:chgData name="Ye, Xiaomeng" userId="S::xye@berry.edu::e9dfea23-315e-4458-a3dd-dbb675ea709b" providerId="AD" clId="Web-{78F43E22-3EF3-6482-18FD-65F8DED73B2A}"/>
    <pc:docChg chg="addSld delSld modSld sldOrd">
      <pc:chgData name="Ye, Xiaomeng" userId="S::xye@berry.edu::e9dfea23-315e-4458-a3dd-dbb675ea709b" providerId="AD" clId="Web-{78F43E22-3EF3-6482-18FD-65F8DED73B2A}" dt="2025-08-17T03:44:19.960" v="1264" actId="20577"/>
      <pc:docMkLst>
        <pc:docMk/>
      </pc:docMkLst>
      <pc:sldChg chg="addSp delSp modSp">
        <pc:chgData name="Ye, Xiaomeng" userId="S::xye@berry.edu::e9dfea23-315e-4458-a3dd-dbb675ea709b" providerId="AD" clId="Web-{78F43E22-3EF3-6482-18FD-65F8DED73B2A}" dt="2025-08-13T14:47:04.369" v="32" actId="14100"/>
        <pc:sldMkLst>
          <pc:docMk/>
          <pc:sldMk cId="4198021123" sldId="256"/>
        </pc:sldMkLst>
        <pc:spChg chg="mod">
          <ac:chgData name="Ye, Xiaomeng" userId="S::xye@berry.edu::e9dfea23-315e-4458-a3dd-dbb675ea709b" providerId="AD" clId="Web-{78F43E22-3EF3-6482-18FD-65F8DED73B2A}" dt="2025-08-13T14:47:04.369" v="32" actId="14100"/>
          <ac:spMkLst>
            <pc:docMk/>
            <pc:sldMk cId="4198021123" sldId="256"/>
            <ac:spMk id="2" creationId="{724D0FDB-D98F-C76E-065F-8BB24E61F102}"/>
          </ac:spMkLst>
        </pc:spChg>
        <pc:spChg chg="mod">
          <ac:chgData name="Ye, Xiaomeng" userId="S::xye@berry.edu::e9dfea23-315e-4458-a3dd-dbb675ea709b" providerId="AD" clId="Web-{78F43E22-3EF3-6482-18FD-65F8DED73B2A}" dt="2025-08-13T14:46:55.384" v="29" actId="20577"/>
          <ac:spMkLst>
            <pc:docMk/>
            <pc:sldMk cId="4198021123" sldId="256"/>
            <ac:spMk id="3" creationId="{56FCDA19-506F-86CE-4481-C4328F97B51C}"/>
          </ac:spMkLst>
        </pc:spChg>
        <pc:picChg chg="add mod">
          <ac:chgData name="Ye, Xiaomeng" userId="S::xye@berry.edu::e9dfea23-315e-4458-a3dd-dbb675ea709b" providerId="AD" clId="Web-{78F43E22-3EF3-6482-18FD-65F8DED73B2A}" dt="2025-08-13T14:46:09.304" v="10" actId="1076"/>
          <ac:picMkLst>
            <pc:docMk/>
            <pc:sldMk cId="4198021123" sldId="256"/>
            <ac:picMk id="7" creationId="{ADDE8010-C853-7936-C2CE-E863303E032E}"/>
          </ac:picMkLst>
        </pc:picChg>
      </pc:sldChg>
      <pc:sldChg chg="addSp delSp modSp">
        <pc:chgData name="Ye, Xiaomeng" userId="S::xye@berry.edu::e9dfea23-315e-4458-a3dd-dbb675ea709b" providerId="AD" clId="Web-{78F43E22-3EF3-6482-18FD-65F8DED73B2A}" dt="2025-08-13T16:08:44.123" v="267"/>
        <pc:sldMkLst>
          <pc:docMk/>
          <pc:sldMk cId="1764297785" sldId="257"/>
        </pc:sldMkLst>
      </pc:sldChg>
      <pc:sldChg chg="modSp">
        <pc:chgData name="Ye, Xiaomeng" userId="S::xye@berry.edu::e9dfea23-315e-4458-a3dd-dbb675ea709b" providerId="AD" clId="Web-{78F43E22-3EF3-6482-18FD-65F8DED73B2A}" dt="2025-08-13T16:29:12.574" v="369" actId="20577"/>
        <pc:sldMkLst>
          <pc:docMk/>
          <pc:sldMk cId="2590686842" sldId="258"/>
        </pc:sldMkLst>
        <pc:spChg chg="mod">
          <ac:chgData name="Ye, Xiaomeng" userId="S::xye@berry.edu::e9dfea23-315e-4458-a3dd-dbb675ea709b" providerId="AD" clId="Web-{78F43E22-3EF3-6482-18FD-65F8DED73B2A}" dt="2025-08-13T16:29:12.574" v="369" actId="20577"/>
          <ac:spMkLst>
            <pc:docMk/>
            <pc:sldMk cId="2590686842" sldId="258"/>
            <ac:spMk id="3" creationId="{6C2846B4-7E65-EE07-6FE8-072AFEDFBDF3}"/>
          </ac:spMkLst>
        </pc:spChg>
      </pc:sldChg>
      <pc:sldChg chg="modSp">
        <pc:chgData name="Ye, Xiaomeng" userId="S::xye@berry.edu::e9dfea23-315e-4458-a3dd-dbb675ea709b" providerId="AD" clId="Web-{78F43E22-3EF3-6482-18FD-65F8DED73B2A}" dt="2025-08-13T16:30:15.029" v="379" actId="20577"/>
        <pc:sldMkLst>
          <pc:docMk/>
          <pc:sldMk cId="725056272" sldId="260"/>
        </pc:sldMkLst>
        <pc:spChg chg="mod">
          <ac:chgData name="Ye, Xiaomeng" userId="S::xye@berry.edu::e9dfea23-315e-4458-a3dd-dbb675ea709b" providerId="AD" clId="Web-{78F43E22-3EF3-6482-18FD-65F8DED73B2A}" dt="2025-08-13T16:30:15.029" v="379" actId="20577"/>
          <ac:spMkLst>
            <pc:docMk/>
            <pc:sldMk cId="725056272" sldId="260"/>
            <ac:spMk id="2" creationId="{6349E650-E665-ACFA-B823-F276C3A3D93E}"/>
          </ac:spMkLst>
        </pc:spChg>
      </pc:sldChg>
      <pc:sldChg chg="del mod modShow">
        <pc:chgData name="Ye, Xiaomeng" userId="S::xye@berry.edu::e9dfea23-315e-4458-a3dd-dbb675ea709b" providerId="AD" clId="Web-{78F43E22-3EF3-6482-18FD-65F8DED73B2A}" dt="2025-08-17T02:58:30.090" v="699"/>
        <pc:sldMkLst>
          <pc:docMk/>
          <pc:sldMk cId="2281576576" sldId="262"/>
        </pc:sldMkLst>
      </pc:sldChg>
      <pc:sldChg chg="mod modShow">
        <pc:chgData name="Ye, Xiaomeng" userId="S::xye@berry.edu::e9dfea23-315e-4458-a3dd-dbb675ea709b" providerId="AD" clId="Web-{78F43E22-3EF3-6482-18FD-65F8DED73B2A}" dt="2025-08-17T03:29:19.420" v="1099"/>
        <pc:sldMkLst>
          <pc:docMk/>
          <pc:sldMk cId="1416125810" sldId="263"/>
        </pc:sldMkLst>
      </pc:sldChg>
      <pc:sldChg chg="del">
        <pc:chgData name="Ye, Xiaomeng" userId="S::xye@berry.edu::e9dfea23-315e-4458-a3dd-dbb675ea709b" providerId="AD" clId="Web-{78F43E22-3EF3-6482-18FD-65F8DED73B2A}" dt="2025-08-17T02:47:15.062" v="650"/>
        <pc:sldMkLst>
          <pc:docMk/>
          <pc:sldMk cId="1945263603" sldId="264"/>
        </pc:sldMkLst>
      </pc:sldChg>
      <pc:sldChg chg="del">
        <pc:chgData name="Ye, Xiaomeng" userId="S::xye@berry.edu::e9dfea23-315e-4458-a3dd-dbb675ea709b" providerId="AD" clId="Web-{78F43E22-3EF3-6482-18FD-65F8DED73B2A}" dt="2025-08-17T02:47:15.062" v="649"/>
        <pc:sldMkLst>
          <pc:docMk/>
          <pc:sldMk cId="3848823059" sldId="265"/>
        </pc:sldMkLst>
      </pc:sldChg>
      <pc:sldChg chg="del">
        <pc:chgData name="Ye, Xiaomeng" userId="S::xye@berry.edu::e9dfea23-315e-4458-a3dd-dbb675ea709b" providerId="AD" clId="Web-{78F43E22-3EF3-6482-18FD-65F8DED73B2A}" dt="2025-08-17T02:47:15.047" v="644"/>
        <pc:sldMkLst>
          <pc:docMk/>
          <pc:sldMk cId="959618595" sldId="266"/>
        </pc:sldMkLst>
      </pc:sldChg>
      <pc:sldChg chg="del">
        <pc:chgData name="Ye, Xiaomeng" userId="S::xye@berry.edu::e9dfea23-315e-4458-a3dd-dbb675ea709b" providerId="AD" clId="Web-{78F43E22-3EF3-6482-18FD-65F8DED73B2A}" dt="2025-08-17T02:47:15.047" v="643"/>
        <pc:sldMkLst>
          <pc:docMk/>
          <pc:sldMk cId="1657267016" sldId="267"/>
        </pc:sldMkLst>
      </pc:sldChg>
      <pc:sldChg chg="del">
        <pc:chgData name="Ye, Xiaomeng" userId="S::xye@berry.edu::e9dfea23-315e-4458-a3dd-dbb675ea709b" providerId="AD" clId="Web-{78F43E22-3EF3-6482-18FD-65F8DED73B2A}" dt="2025-08-17T02:47:15.047" v="648"/>
        <pc:sldMkLst>
          <pc:docMk/>
          <pc:sldMk cId="1722546881" sldId="269"/>
        </pc:sldMkLst>
      </pc:sldChg>
      <pc:sldChg chg="del">
        <pc:chgData name="Ye, Xiaomeng" userId="S::xye@berry.edu::e9dfea23-315e-4458-a3dd-dbb675ea709b" providerId="AD" clId="Web-{78F43E22-3EF3-6482-18FD-65F8DED73B2A}" dt="2025-08-17T02:47:15.047" v="647"/>
        <pc:sldMkLst>
          <pc:docMk/>
          <pc:sldMk cId="169548117" sldId="270"/>
        </pc:sldMkLst>
      </pc:sldChg>
      <pc:sldChg chg="del">
        <pc:chgData name="Ye, Xiaomeng" userId="S::xye@berry.edu::e9dfea23-315e-4458-a3dd-dbb675ea709b" providerId="AD" clId="Web-{78F43E22-3EF3-6482-18FD-65F8DED73B2A}" dt="2025-08-17T02:47:15.047" v="646"/>
        <pc:sldMkLst>
          <pc:docMk/>
          <pc:sldMk cId="331433254" sldId="271"/>
        </pc:sldMkLst>
      </pc:sldChg>
      <pc:sldChg chg="del">
        <pc:chgData name="Ye, Xiaomeng" userId="S::xye@berry.edu::e9dfea23-315e-4458-a3dd-dbb675ea709b" providerId="AD" clId="Web-{78F43E22-3EF3-6482-18FD-65F8DED73B2A}" dt="2025-08-17T02:47:15.047" v="645"/>
        <pc:sldMkLst>
          <pc:docMk/>
          <pc:sldMk cId="1095632564" sldId="272"/>
        </pc:sldMkLst>
      </pc:sldChg>
      <pc:sldChg chg="del">
        <pc:chgData name="Ye, Xiaomeng" userId="S::xye@berry.edu::e9dfea23-315e-4458-a3dd-dbb675ea709b" providerId="AD" clId="Web-{78F43E22-3EF3-6482-18FD-65F8DED73B2A}" dt="2025-08-17T02:47:15.047" v="642"/>
        <pc:sldMkLst>
          <pc:docMk/>
          <pc:sldMk cId="2635668199" sldId="273"/>
        </pc:sldMkLst>
      </pc:sldChg>
      <pc:sldChg chg="del">
        <pc:chgData name="Ye, Xiaomeng" userId="S::xye@berry.edu::e9dfea23-315e-4458-a3dd-dbb675ea709b" providerId="AD" clId="Web-{78F43E22-3EF3-6482-18FD-65F8DED73B2A}" dt="2025-08-17T02:47:15.047" v="641"/>
        <pc:sldMkLst>
          <pc:docMk/>
          <pc:sldMk cId="2820553088" sldId="274"/>
        </pc:sldMkLst>
      </pc:sldChg>
      <pc:sldChg chg="del">
        <pc:chgData name="Ye, Xiaomeng" userId="S::xye@berry.edu::e9dfea23-315e-4458-a3dd-dbb675ea709b" providerId="AD" clId="Web-{78F43E22-3EF3-6482-18FD-65F8DED73B2A}" dt="2025-08-17T02:48:35.799" v="655"/>
        <pc:sldMkLst>
          <pc:docMk/>
          <pc:sldMk cId="2541881691" sldId="275"/>
        </pc:sldMkLst>
      </pc:sldChg>
      <pc:sldChg chg="del">
        <pc:chgData name="Ye, Xiaomeng" userId="S::xye@berry.edu::e9dfea23-315e-4458-a3dd-dbb675ea709b" providerId="AD" clId="Web-{78F43E22-3EF3-6482-18FD-65F8DED73B2A}" dt="2025-08-17T02:48:35.799" v="654"/>
        <pc:sldMkLst>
          <pc:docMk/>
          <pc:sldMk cId="3881168703" sldId="276"/>
        </pc:sldMkLst>
      </pc:sldChg>
      <pc:sldChg chg="modSp mod modShow modCm">
        <pc:chgData name="Ye, Xiaomeng" userId="S::xye@berry.edu::e9dfea23-315e-4458-a3dd-dbb675ea709b" providerId="AD" clId="Web-{78F43E22-3EF3-6482-18FD-65F8DED73B2A}" dt="2025-08-17T03:14:25.331" v="914"/>
        <pc:sldMkLst>
          <pc:docMk/>
          <pc:sldMk cId="1318958884" sldId="277"/>
        </pc:sldMkLst>
        <pc:spChg chg="mod">
          <ac:chgData name="Ye, Xiaomeng" userId="S::xye@berry.edu::e9dfea23-315e-4458-a3dd-dbb675ea709b" providerId="AD" clId="Web-{78F43E22-3EF3-6482-18FD-65F8DED73B2A}" dt="2025-08-17T02:48:45.409" v="658" actId="20577"/>
          <ac:spMkLst>
            <pc:docMk/>
            <pc:sldMk cId="1318958884" sldId="277"/>
            <ac:spMk id="3" creationId="{A6CBBF7C-0D01-AA6B-FF12-DF969E8ABBF3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Ye, Xiaomeng" userId="S::xye@berry.edu::e9dfea23-315e-4458-a3dd-dbb675ea709b" providerId="AD" clId="Web-{78F43E22-3EF3-6482-18FD-65F8DED73B2A}" dt="2025-08-17T02:48:45.409" v="658" actId="20577"/>
              <pc2:cmMkLst xmlns:pc2="http://schemas.microsoft.com/office/powerpoint/2019/9/main/command">
                <pc:docMk/>
                <pc:sldMk cId="1318958884" sldId="277"/>
                <pc2:cmMk id="{9ABBDAA9-30DD-49FE-9E51-981AC49D93BE}"/>
              </pc2:cmMkLst>
            </pc226:cmChg>
          </p:ext>
        </pc:extLst>
      </pc:sldChg>
      <pc:sldChg chg="del">
        <pc:chgData name="Ye, Xiaomeng" userId="S::xye@berry.edu::e9dfea23-315e-4458-a3dd-dbb675ea709b" providerId="AD" clId="Web-{78F43E22-3EF3-6482-18FD-65F8DED73B2A}" dt="2025-08-17T02:48:35.799" v="652"/>
        <pc:sldMkLst>
          <pc:docMk/>
          <pc:sldMk cId="1716170550" sldId="278"/>
        </pc:sldMkLst>
      </pc:sldChg>
      <pc:sldChg chg="del">
        <pc:chgData name="Ye, Xiaomeng" userId="S::xye@berry.edu::e9dfea23-315e-4458-a3dd-dbb675ea709b" providerId="AD" clId="Web-{78F43E22-3EF3-6482-18FD-65F8DED73B2A}" dt="2025-08-17T02:48:35.799" v="653"/>
        <pc:sldMkLst>
          <pc:docMk/>
          <pc:sldMk cId="276476231" sldId="279"/>
        </pc:sldMkLst>
      </pc:sldChg>
      <pc:sldChg chg="modSp modCm">
        <pc:chgData name="Ye, Xiaomeng" userId="S::xye@berry.edu::e9dfea23-315e-4458-a3dd-dbb675ea709b" providerId="AD" clId="Web-{78F43E22-3EF3-6482-18FD-65F8DED73B2A}" dt="2025-08-17T03:08:19.849" v="787" actId="20577"/>
        <pc:sldMkLst>
          <pc:docMk/>
          <pc:sldMk cId="1629162292" sldId="280"/>
        </pc:sldMkLst>
        <pc:spChg chg="mod">
          <ac:chgData name="Ye, Xiaomeng" userId="S::xye@berry.edu::e9dfea23-315e-4458-a3dd-dbb675ea709b" providerId="AD" clId="Web-{78F43E22-3EF3-6482-18FD-65F8DED73B2A}" dt="2025-08-17T03:08:19.849" v="787" actId="20577"/>
          <ac:spMkLst>
            <pc:docMk/>
            <pc:sldMk cId="1629162292" sldId="280"/>
            <ac:spMk id="3" creationId="{2B8BFA15-5D0A-4F09-2F9C-7678D7856C7C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Ye, Xiaomeng" userId="S::xye@berry.edu::e9dfea23-315e-4458-a3dd-dbb675ea709b" providerId="AD" clId="Web-{78F43E22-3EF3-6482-18FD-65F8DED73B2A}" dt="2025-08-17T03:08:18.083" v="785" actId="20577"/>
              <pc2:cmMkLst xmlns:pc2="http://schemas.microsoft.com/office/powerpoint/2019/9/main/command">
                <pc:docMk/>
                <pc:sldMk cId="1629162292" sldId="280"/>
                <pc2:cmMk id="{56550DE3-04DC-49F0-8DE6-480E4D9A29F9}"/>
              </pc2:cmMkLst>
            </pc226:cmChg>
          </p:ext>
        </pc:extLst>
      </pc:sldChg>
      <pc:sldChg chg="modSp">
        <pc:chgData name="Ye, Xiaomeng" userId="S::xye@berry.edu::e9dfea23-315e-4458-a3dd-dbb675ea709b" providerId="AD" clId="Web-{78F43E22-3EF3-6482-18FD-65F8DED73B2A}" dt="2025-08-17T02:57:26.119" v="697" actId="20577"/>
        <pc:sldMkLst>
          <pc:docMk/>
          <pc:sldMk cId="4176753681" sldId="281"/>
        </pc:sldMkLst>
        <pc:spChg chg="mod">
          <ac:chgData name="Ye, Xiaomeng" userId="S::xye@berry.edu::e9dfea23-315e-4458-a3dd-dbb675ea709b" providerId="AD" clId="Web-{78F43E22-3EF3-6482-18FD-65F8DED73B2A}" dt="2025-08-17T02:57:26.119" v="697" actId="20577"/>
          <ac:spMkLst>
            <pc:docMk/>
            <pc:sldMk cId="4176753681" sldId="281"/>
            <ac:spMk id="3" creationId="{509E713F-3104-7E12-62AB-41D35B56FA5F}"/>
          </ac:spMkLst>
        </pc:spChg>
      </pc:sldChg>
      <pc:sldChg chg="addSp modSp ord">
        <pc:chgData name="Ye, Xiaomeng" userId="S::xye@berry.edu::e9dfea23-315e-4458-a3dd-dbb675ea709b" providerId="AD" clId="Web-{78F43E22-3EF3-6482-18FD-65F8DED73B2A}" dt="2025-08-17T03:23:27.650" v="1031" actId="20577"/>
        <pc:sldMkLst>
          <pc:docMk/>
          <pc:sldMk cId="408068280" sldId="283"/>
        </pc:sldMkLst>
        <pc:spChg chg="mod">
          <ac:chgData name="Ye, Xiaomeng" userId="S::xye@berry.edu::e9dfea23-315e-4458-a3dd-dbb675ea709b" providerId="AD" clId="Web-{78F43E22-3EF3-6482-18FD-65F8DED73B2A}" dt="2025-08-17T03:03:55.257" v="736" actId="20577"/>
          <ac:spMkLst>
            <pc:docMk/>
            <pc:sldMk cId="408068280" sldId="283"/>
            <ac:spMk id="2" creationId="{1B38D44A-40D6-721B-F8BD-0ACBD344FEFE}"/>
          </ac:spMkLst>
        </pc:spChg>
        <pc:spChg chg="add mod">
          <ac:chgData name="Ye, Xiaomeng" userId="S::xye@berry.edu::e9dfea23-315e-4458-a3dd-dbb675ea709b" providerId="AD" clId="Web-{78F43E22-3EF3-6482-18FD-65F8DED73B2A}" dt="2025-08-17T03:23:27.650" v="1031" actId="20577"/>
          <ac:spMkLst>
            <pc:docMk/>
            <pc:sldMk cId="408068280" sldId="283"/>
            <ac:spMk id="3" creationId="{1FFBB6F9-D663-8C14-BD97-E79A7283D000}"/>
          </ac:spMkLst>
        </pc:spChg>
        <pc:picChg chg="mod">
          <ac:chgData name="Ye, Xiaomeng" userId="S::xye@berry.edu::e9dfea23-315e-4458-a3dd-dbb675ea709b" providerId="AD" clId="Web-{78F43E22-3EF3-6482-18FD-65F8DED73B2A}" dt="2025-08-17T03:04:07.367" v="738" actId="1076"/>
          <ac:picMkLst>
            <pc:docMk/>
            <pc:sldMk cId="408068280" sldId="283"/>
            <ac:picMk id="4" creationId="{46B68792-6ABF-45AE-CFF6-8C6D4DD74C04}"/>
          </ac:picMkLst>
        </pc:picChg>
      </pc:sldChg>
      <pc:sldChg chg="delSp modSp modCm">
        <pc:chgData name="Ye, Xiaomeng" userId="S::xye@berry.edu::e9dfea23-315e-4458-a3dd-dbb675ea709b" providerId="AD" clId="Web-{78F43E22-3EF3-6482-18FD-65F8DED73B2A}" dt="2025-08-17T03:26:15.537" v="1053" actId="20577"/>
        <pc:sldMkLst>
          <pc:docMk/>
          <pc:sldMk cId="1272162176" sldId="284"/>
        </pc:sldMkLst>
        <pc:spChg chg="mod">
          <ac:chgData name="Ye, Xiaomeng" userId="S::xye@berry.edu::e9dfea23-315e-4458-a3dd-dbb675ea709b" providerId="AD" clId="Web-{78F43E22-3EF3-6482-18FD-65F8DED73B2A}" dt="2025-08-17T03:26:15.537" v="1053" actId="20577"/>
          <ac:spMkLst>
            <pc:docMk/>
            <pc:sldMk cId="1272162176" sldId="284"/>
            <ac:spMk id="2" creationId="{CD489CD6-15C2-12D1-05AE-23B60F464858}"/>
          </ac:spMkLst>
        </pc:spChg>
        <pc:spChg chg="mod">
          <ac:chgData name="Ye, Xiaomeng" userId="S::xye@berry.edu::e9dfea23-315e-4458-a3dd-dbb675ea709b" providerId="AD" clId="Web-{78F43E22-3EF3-6482-18FD-65F8DED73B2A}" dt="2025-08-17T03:03:30.897" v="728" actId="20577"/>
          <ac:spMkLst>
            <pc:docMk/>
            <pc:sldMk cId="1272162176" sldId="284"/>
            <ac:spMk id="3" creationId="{72BF38D7-0601-861D-DEAE-8AE173ECAD26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Ye, Xiaomeng" userId="S::xye@berry.edu::e9dfea23-315e-4458-a3dd-dbb675ea709b" providerId="AD" clId="Web-{78F43E22-3EF3-6482-18FD-65F8DED73B2A}" dt="2025-08-17T03:26:15.537" v="1053" actId="20577"/>
              <pc2:cmMkLst xmlns:pc2="http://schemas.microsoft.com/office/powerpoint/2019/9/main/command">
                <pc:docMk/>
                <pc:sldMk cId="1272162176" sldId="284"/>
                <pc2:cmMk id="{47CBD4C6-5E74-4529-AFDC-418259BE5E0C}"/>
              </pc2:cmMkLst>
            </pc226:cmChg>
            <pc226:cmChg xmlns:pc226="http://schemas.microsoft.com/office/powerpoint/2022/06/main/command" chg="mod">
              <pc226:chgData name="Ye, Xiaomeng" userId="S::xye@berry.edu::e9dfea23-315e-4458-a3dd-dbb675ea709b" providerId="AD" clId="Web-{78F43E22-3EF3-6482-18FD-65F8DED73B2A}" dt="2025-08-17T03:03:13.365" v="727" actId="20577"/>
              <pc2:cmMkLst xmlns:pc2="http://schemas.microsoft.com/office/powerpoint/2019/9/main/command">
                <pc:docMk/>
                <pc:sldMk cId="1272162176" sldId="284"/>
                <pc2:cmMk id="{896213D1-8CC9-4297-ACE1-CB807FE76F1D}"/>
              </pc2:cmMkLst>
            </pc226:cmChg>
          </p:ext>
        </pc:extLst>
      </pc:sldChg>
      <pc:sldChg chg="del">
        <pc:chgData name="Ye, Xiaomeng" userId="S::xye@berry.edu::e9dfea23-315e-4458-a3dd-dbb675ea709b" providerId="AD" clId="Web-{78F43E22-3EF3-6482-18FD-65F8DED73B2A}" dt="2025-08-17T03:18:44.860" v="1012"/>
        <pc:sldMkLst>
          <pc:docMk/>
          <pc:sldMk cId="2977771240" sldId="285"/>
        </pc:sldMkLst>
      </pc:sldChg>
      <pc:sldChg chg="modSp">
        <pc:chgData name="Ye, Xiaomeng" userId="S::xye@berry.edu::e9dfea23-315e-4458-a3dd-dbb675ea709b" providerId="AD" clId="Web-{78F43E22-3EF3-6482-18FD-65F8DED73B2A}" dt="2025-08-17T03:43:34.130" v="1258" actId="20577"/>
        <pc:sldMkLst>
          <pc:docMk/>
          <pc:sldMk cId="4189702568" sldId="286"/>
        </pc:sldMkLst>
        <pc:spChg chg="mod">
          <ac:chgData name="Ye, Xiaomeng" userId="S::xye@berry.edu::e9dfea23-315e-4458-a3dd-dbb675ea709b" providerId="AD" clId="Web-{78F43E22-3EF3-6482-18FD-65F8DED73B2A}" dt="2025-08-17T03:43:34.130" v="1258" actId="20577"/>
          <ac:spMkLst>
            <pc:docMk/>
            <pc:sldMk cId="4189702568" sldId="286"/>
            <ac:spMk id="2" creationId="{EE88C16B-13C5-46EF-BAFA-64FF364E3F33}"/>
          </ac:spMkLst>
        </pc:spChg>
        <pc:spChg chg="mod">
          <ac:chgData name="Ye, Xiaomeng" userId="S::xye@berry.edu::e9dfea23-315e-4458-a3dd-dbb675ea709b" providerId="AD" clId="Web-{78F43E22-3EF3-6482-18FD-65F8DED73B2A}" dt="2025-08-17T03:38:03.600" v="1183" actId="20577"/>
          <ac:spMkLst>
            <pc:docMk/>
            <pc:sldMk cId="4189702568" sldId="286"/>
            <ac:spMk id="3" creationId="{CA48DD96-8FAD-0753-B659-E0A67368D194}"/>
          </ac:spMkLst>
        </pc:spChg>
      </pc:sldChg>
      <pc:sldChg chg="del">
        <pc:chgData name="Ye, Xiaomeng" userId="S::xye@berry.edu::e9dfea23-315e-4458-a3dd-dbb675ea709b" providerId="AD" clId="Web-{78F43E22-3EF3-6482-18FD-65F8DED73B2A}" dt="2025-08-17T03:24:55.174" v="1035"/>
        <pc:sldMkLst>
          <pc:docMk/>
          <pc:sldMk cId="1131729627" sldId="287"/>
        </pc:sldMkLst>
      </pc:sldChg>
      <pc:sldChg chg="del">
        <pc:chgData name="Ye, Xiaomeng" userId="S::xye@berry.edu::e9dfea23-315e-4458-a3dd-dbb675ea709b" providerId="AD" clId="Web-{78F43E22-3EF3-6482-18FD-65F8DED73B2A}" dt="2025-08-17T03:25:01.331" v="1037"/>
        <pc:sldMkLst>
          <pc:docMk/>
          <pc:sldMk cId="315975493" sldId="288"/>
        </pc:sldMkLst>
      </pc:sldChg>
      <pc:sldChg chg="del">
        <pc:chgData name="Ye, Xiaomeng" userId="S::xye@berry.edu::e9dfea23-315e-4458-a3dd-dbb675ea709b" providerId="AD" clId="Web-{78F43E22-3EF3-6482-18FD-65F8DED73B2A}" dt="2025-08-17T03:25:03.284" v="1038"/>
        <pc:sldMkLst>
          <pc:docMk/>
          <pc:sldMk cId="1344788423" sldId="289"/>
        </pc:sldMkLst>
      </pc:sldChg>
      <pc:sldChg chg="del">
        <pc:chgData name="Ye, Xiaomeng" userId="S::xye@berry.edu::e9dfea23-315e-4458-a3dd-dbb675ea709b" providerId="AD" clId="Web-{78F43E22-3EF3-6482-18FD-65F8DED73B2A}" dt="2025-08-17T02:58:30.090" v="698"/>
        <pc:sldMkLst>
          <pc:docMk/>
          <pc:sldMk cId="1229690806" sldId="291"/>
        </pc:sldMkLst>
      </pc:sldChg>
      <pc:sldChg chg="modSp">
        <pc:chgData name="Ye, Xiaomeng" userId="S::xye@berry.edu::e9dfea23-315e-4458-a3dd-dbb675ea709b" providerId="AD" clId="Web-{78F43E22-3EF3-6482-18FD-65F8DED73B2A}" dt="2025-08-17T03:01:36.315" v="702" actId="20577"/>
        <pc:sldMkLst>
          <pc:docMk/>
          <pc:sldMk cId="880561537" sldId="292"/>
        </pc:sldMkLst>
        <pc:spChg chg="mod">
          <ac:chgData name="Ye, Xiaomeng" userId="S::xye@berry.edu::e9dfea23-315e-4458-a3dd-dbb675ea709b" providerId="AD" clId="Web-{78F43E22-3EF3-6482-18FD-65F8DED73B2A}" dt="2025-08-17T03:01:36.315" v="702" actId="20577"/>
          <ac:spMkLst>
            <pc:docMk/>
            <pc:sldMk cId="880561537" sldId="292"/>
            <ac:spMk id="3" creationId="{A47F5751-E033-2125-9C02-9D68CD56B587}"/>
          </ac:spMkLst>
        </pc:spChg>
      </pc:sldChg>
      <pc:sldChg chg="del">
        <pc:chgData name="Ye, Xiaomeng" userId="S::xye@berry.edu::e9dfea23-315e-4458-a3dd-dbb675ea709b" providerId="AD" clId="Web-{78F43E22-3EF3-6482-18FD-65F8DED73B2A}" dt="2025-08-17T03:18:24.906" v="1010"/>
        <pc:sldMkLst>
          <pc:docMk/>
          <pc:sldMk cId="1539557568" sldId="293"/>
        </pc:sldMkLst>
      </pc:sldChg>
      <pc:sldChg chg="del mod modShow">
        <pc:chgData name="Ye, Xiaomeng" userId="S::xye@berry.edu::e9dfea23-315e-4458-a3dd-dbb675ea709b" providerId="AD" clId="Web-{78F43E22-3EF3-6482-18FD-65F8DED73B2A}" dt="2025-08-17T03:38:09.913" v="1184"/>
        <pc:sldMkLst>
          <pc:docMk/>
          <pc:sldMk cId="2534786673" sldId="294"/>
        </pc:sldMkLst>
      </pc:sldChg>
      <pc:sldChg chg="del">
        <pc:chgData name="Ye, Xiaomeng" userId="S::xye@berry.edu::e9dfea23-315e-4458-a3dd-dbb675ea709b" providerId="AD" clId="Web-{78F43E22-3EF3-6482-18FD-65F8DED73B2A}" dt="2025-08-17T03:25:01.331" v="1036"/>
        <pc:sldMkLst>
          <pc:docMk/>
          <pc:sldMk cId="179846729" sldId="295"/>
        </pc:sldMkLst>
      </pc:sldChg>
      <pc:sldChg chg="mod modShow">
        <pc:chgData name="Ye, Xiaomeng" userId="S::xye@berry.edu::e9dfea23-315e-4458-a3dd-dbb675ea709b" providerId="AD" clId="Web-{78F43E22-3EF3-6482-18FD-65F8DED73B2A}" dt="2025-08-17T03:29:19.357" v="1097"/>
        <pc:sldMkLst>
          <pc:docMk/>
          <pc:sldMk cId="4243348653" sldId="296"/>
        </pc:sldMkLst>
      </pc:sldChg>
      <pc:sldChg chg="mod modShow">
        <pc:chgData name="Ye, Xiaomeng" userId="S::xye@berry.edu::e9dfea23-315e-4458-a3dd-dbb675ea709b" providerId="AD" clId="Web-{78F43E22-3EF3-6482-18FD-65F8DED73B2A}" dt="2025-08-17T03:29:19.373" v="1098"/>
        <pc:sldMkLst>
          <pc:docMk/>
          <pc:sldMk cId="4293937717" sldId="297"/>
        </pc:sldMkLst>
      </pc:sldChg>
      <pc:sldChg chg="modSp add replId">
        <pc:chgData name="Ye, Xiaomeng" userId="S::xye@berry.edu::e9dfea23-315e-4458-a3dd-dbb675ea709b" providerId="AD" clId="Web-{78F43E22-3EF3-6482-18FD-65F8DED73B2A}" dt="2025-08-13T16:21:34.808" v="364" actId="20577"/>
        <pc:sldMkLst>
          <pc:docMk/>
          <pc:sldMk cId="4264752923" sldId="298"/>
        </pc:sldMkLst>
        <pc:spChg chg="mod">
          <ac:chgData name="Ye, Xiaomeng" userId="S::xye@berry.edu::e9dfea23-315e-4458-a3dd-dbb675ea709b" providerId="AD" clId="Web-{78F43E22-3EF3-6482-18FD-65F8DED73B2A}" dt="2025-08-13T16:21:34.808" v="364" actId="20577"/>
          <ac:spMkLst>
            <pc:docMk/>
            <pc:sldMk cId="4264752923" sldId="298"/>
            <ac:spMk id="8" creationId="{772143B9-C4FB-A27B-F621-D9AC8DB7DC60}"/>
          </ac:spMkLst>
        </pc:spChg>
      </pc:sldChg>
      <pc:sldChg chg="del">
        <pc:chgData name="Ye, Xiaomeng" userId="S::xye@berry.edu::e9dfea23-315e-4458-a3dd-dbb675ea709b" providerId="AD" clId="Web-{78F43E22-3EF3-6482-18FD-65F8DED73B2A}" dt="2025-08-17T02:47:15.062" v="651"/>
        <pc:sldMkLst>
          <pc:docMk/>
          <pc:sldMk cId="1766005728" sldId="299"/>
        </pc:sldMkLst>
      </pc:sldChg>
      <pc:sldChg chg="del">
        <pc:chgData name="Ye, Xiaomeng" userId="S::xye@berry.edu::e9dfea23-315e-4458-a3dd-dbb675ea709b" providerId="AD" clId="Web-{78F43E22-3EF3-6482-18FD-65F8DED73B2A}" dt="2025-08-17T02:46:42.155" v="640"/>
        <pc:sldMkLst>
          <pc:docMk/>
          <pc:sldMk cId="20595985" sldId="304"/>
        </pc:sldMkLst>
      </pc:sldChg>
      <pc:sldChg chg="del">
        <pc:chgData name="Ye, Xiaomeng" userId="S::xye@berry.edu::e9dfea23-315e-4458-a3dd-dbb675ea709b" providerId="AD" clId="Web-{78F43E22-3EF3-6482-18FD-65F8DED73B2A}" dt="2025-08-17T02:45:17.276" v="609"/>
        <pc:sldMkLst>
          <pc:docMk/>
          <pc:sldMk cId="3379015037" sldId="309"/>
        </pc:sldMkLst>
      </pc:sldChg>
      <pc:sldChg chg="modSp">
        <pc:chgData name="Ye, Xiaomeng" userId="S::xye@berry.edu::e9dfea23-315e-4458-a3dd-dbb675ea709b" providerId="AD" clId="Web-{78F43E22-3EF3-6482-18FD-65F8DED73B2A}" dt="2025-08-17T02:26:15.028" v="407"/>
        <pc:sldMkLst>
          <pc:docMk/>
          <pc:sldMk cId="527715389" sldId="310"/>
        </pc:sldMkLst>
        <pc:graphicFrameChg chg="mod modGraphic">
          <ac:chgData name="Ye, Xiaomeng" userId="S::xye@berry.edu::e9dfea23-315e-4458-a3dd-dbb675ea709b" providerId="AD" clId="Web-{78F43E22-3EF3-6482-18FD-65F8DED73B2A}" dt="2025-08-17T02:26:15.028" v="407"/>
          <ac:graphicFrameMkLst>
            <pc:docMk/>
            <pc:sldMk cId="527715389" sldId="310"/>
            <ac:graphicFrameMk id="5" creationId="{58086383-C661-FD35-EB06-D75839EB369B}"/>
          </ac:graphicFrameMkLst>
        </pc:graphicFrameChg>
      </pc:sldChg>
      <pc:sldChg chg="modSp">
        <pc:chgData name="Ye, Xiaomeng" userId="S::xye@berry.edu::e9dfea23-315e-4458-a3dd-dbb675ea709b" providerId="AD" clId="Web-{78F43E22-3EF3-6482-18FD-65F8DED73B2A}" dt="2025-08-17T02:33:50.324" v="524" actId="14100"/>
        <pc:sldMkLst>
          <pc:docMk/>
          <pc:sldMk cId="736352309" sldId="311"/>
        </pc:sldMkLst>
        <pc:spChg chg="mod">
          <ac:chgData name="Ye, Xiaomeng" userId="S::xye@berry.edu::e9dfea23-315e-4458-a3dd-dbb675ea709b" providerId="AD" clId="Web-{78F43E22-3EF3-6482-18FD-65F8DED73B2A}" dt="2025-08-17T02:33:50.324" v="524" actId="14100"/>
          <ac:spMkLst>
            <pc:docMk/>
            <pc:sldMk cId="736352309" sldId="311"/>
            <ac:spMk id="3" creationId="{4C867266-937E-7C75-2615-F70431143E2C}"/>
          </ac:spMkLst>
        </pc:spChg>
      </pc:sldChg>
      <pc:sldChg chg="modSp del">
        <pc:chgData name="Ye, Xiaomeng" userId="S::xye@berry.edu::e9dfea23-315e-4458-a3dd-dbb675ea709b" providerId="AD" clId="Web-{78F43E22-3EF3-6482-18FD-65F8DED73B2A}" dt="2025-08-17T02:42:38.297" v="583"/>
        <pc:sldMkLst>
          <pc:docMk/>
          <pc:sldMk cId="2976743621" sldId="312"/>
        </pc:sldMkLst>
      </pc:sldChg>
      <pc:sldChg chg="modSp">
        <pc:chgData name="Ye, Xiaomeng" userId="S::xye@berry.edu::e9dfea23-315e-4458-a3dd-dbb675ea709b" providerId="AD" clId="Web-{78F43E22-3EF3-6482-18FD-65F8DED73B2A}" dt="2025-08-17T02:39:51.369" v="567" actId="20577"/>
        <pc:sldMkLst>
          <pc:docMk/>
          <pc:sldMk cId="3126336258" sldId="313"/>
        </pc:sldMkLst>
        <pc:spChg chg="mod">
          <ac:chgData name="Ye, Xiaomeng" userId="S::xye@berry.edu::e9dfea23-315e-4458-a3dd-dbb675ea709b" providerId="AD" clId="Web-{78F43E22-3EF3-6482-18FD-65F8DED73B2A}" dt="2025-08-17T02:39:51.369" v="567" actId="20577"/>
          <ac:spMkLst>
            <pc:docMk/>
            <pc:sldMk cId="3126336258" sldId="313"/>
            <ac:spMk id="3" creationId="{FF94CD2B-1A5D-E2DF-556F-9E7DFEEFB539}"/>
          </ac:spMkLst>
        </pc:spChg>
      </pc:sldChg>
      <pc:sldChg chg="del">
        <pc:chgData name="Ye, Xiaomeng" userId="S::xye@berry.edu::e9dfea23-315e-4458-a3dd-dbb675ea709b" providerId="AD" clId="Web-{78F43E22-3EF3-6482-18FD-65F8DED73B2A}" dt="2025-08-17T02:42:34.781" v="582"/>
        <pc:sldMkLst>
          <pc:docMk/>
          <pc:sldMk cId="2269709566" sldId="314"/>
        </pc:sldMkLst>
      </pc:sldChg>
      <pc:sldChg chg="modSp add del replId">
        <pc:chgData name="Ye, Xiaomeng" userId="S::xye@berry.edu::e9dfea23-315e-4458-a3dd-dbb675ea709b" providerId="AD" clId="Web-{78F43E22-3EF3-6482-18FD-65F8DED73B2A}" dt="2025-08-17T02:41:12.450" v="574"/>
        <pc:sldMkLst>
          <pc:docMk/>
          <pc:sldMk cId="552507616" sldId="315"/>
        </pc:sldMkLst>
      </pc:sldChg>
      <pc:sldChg chg="addSp delSp modSp add replId">
        <pc:chgData name="Ye, Xiaomeng" userId="S::xye@berry.edu::e9dfea23-315e-4458-a3dd-dbb675ea709b" providerId="AD" clId="Web-{78F43E22-3EF3-6482-18FD-65F8DED73B2A}" dt="2025-08-17T02:42:53.985" v="584"/>
        <pc:sldMkLst>
          <pc:docMk/>
          <pc:sldMk cId="660935861" sldId="315"/>
        </pc:sldMkLst>
        <pc:picChg chg="add mod">
          <ac:chgData name="Ye, Xiaomeng" userId="S::xye@berry.edu::e9dfea23-315e-4458-a3dd-dbb675ea709b" providerId="AD" clId="Web-{78F43E22-3EF3-6482-18FD-65F8DED73B2A}" dt="2025-08-17T02:42:06.639" v="581"/>
          <ac:picMkLst>
            <pc:docMk/>
            <pc:sldMk cId="660935861" sldId="315"/>
            <ac:picMk id="10" creationId="{A725B6C1-74CB-465A-787B-DEF3881A4290}"/>
          </ac:picMkLst>
        </pc:picChg>
        <pc:inkChg chg="add">
          <ac:chgData name="Ye, Xiaomeng" userId="S::xye@berry.edu::e9dfea23-315e-4458-a3dd-dbb675ea709b" providerId="AD" clId="Web-{78F43E22-3EF3-6482-18FD-65F8DED73B2A}" dt="2025-08-17T02:42:53.985" v="584"/>
          <ac:inkMkLst>
            <pc:docMk/>
            <pc:sldMk cId="660935861" sldId="315"/>
            <ac:inkMk id="11" creationId="{6E1D0DA6-A7C8-4CA1-4129-508548387479}"/>
          </ac:inkMkLst>
        </pc:inkChg>
      </pc:sldChg>
      <pc:sldChg chg="del">
        <pc:chgData name="Ye, Xiaomeng" userId="S::xye@berry.edu::e9dfea23-315e-4458-a3dd-dbb675ea709b" providerId="AD" clId="Web-{78F43E22-3EF3-6482-18FD-65F8DED73B2A}" dt="2025-08-17T02:40:28.308" v="568"/>
        <pc:sldMkLst>
          <pc:docMk/>
          <pc:sldMk cId="1123720762" sldId="315"/>
        </pc:sldMkLst>
      </pc:sldChg>
      <pc:sldChg chg="modSp new del">
        <pc:chgData name="Ye, Xiaomeng" userId="S::xye@berry.edu::e9dfea23-315e-4458-a3dd-dbb675ea709b" providerId="AD" clId="Web-{78F43E22-3EF3-6482-18FD-65F8DED73B2A}" dt="2025-08-17T02:34:10.637" v="528"/>
        <pc:sldMkLst>
          <pc:docMk/>
          <pc:sldMk cId="639358999" sldId="316"/>
        </pc:sldMkLst>
      </pc:sldChg>
      <pc:sldChg chg="addSp delSp modSp add replId">
        <pc:chgData name="Ye, Xiaomeng" userId="S::xye@berry.edu::e9dfea23-315e-4458-a3dd-dbb675ea709b" providerId="AD" clId="Web-{78F43E22-3EF3-6482-18FD-65F8DED73B2A}" dt="2025-08-17T02:46:09.544" v="635"/>
        <pc:sldMkLst>
          <pc:docMk/>
          <pc:sldMk cId="3716232747" sldId="316"/>
        </pc:sldMkLst>
        <pc:spChg chg="mod">
          <ac:chgData name="Ye, Xiaomeng" userId="S::xye@berry.edu::e9dfea23-315e-4458-a3dd-dbb675ea709b" providerId="AD" clId="Web-{78F43E22-3EF3-6482-18FD-65F8DED73B2A}" dt="2025-08-17T02:45:00.600" v="607" actId="20577"/>
          <ac:spMkLst>
            <pc:docMk/>
            <pc:sldMk cId="3716232747" sldId="316"/>
            <ac:spMk id="2" creationId="{B38F13E1-7B82-0257-FAF3-2CA66B66B27B}"/>
          </ac:spMkLst>
        </pc:spChg>
        <pc:inkChg chg="add">
          <ac:chgData name="Ye, Xiaomeng" userId="S::xye@berry.edu::e9dfea23-315e-4458-a3dd-dbb675ea709b" providerId="AD" clId="Web-{78F43E22-3EF3-6482-18FD-65F8DED73B2A}" dt="2025-08-17T02:46:09.544" v="635"/>
          <ac:inkMkLst>
            <pc:docMk/>
            <pc:sldMk cId="3716232747" sldId="316"/>
            <ac:inkMk id="4" creationId="{AD7154BB-B7AD-B920-0FC1-F23A53963BBF}"/>
          </ac:inkMkLst>
        </pc:inkChg>
      </pc:sldChg>
      <pc:sldChg chg="addSp delSp modSp add replId">
        <pc:chgData name="Ye, Xiaomeng" userId="S::xye@berry.edu::e9dfea23-315e-4458-a3dd-dbb675ea709b" providerId="AD" clId="Web-{78F43E22-3EF3-6482-18FD-65F8DED73B2A}" dt="2025-08-17T02:46:37.780" v="639" actId="1076"/>
        <pc:sldMkLst>
          <pc:docMk/>
          <pc:sldMk cId="1555883083" sldId="317"/>
        </pc:sldMkLst>
        <pc:spChg chg="mod">
          <ac:chgData name="Ye, Xiaomeng" userId="S::xye@berry.edu::e9dfea23-315e-4458-a3dd-dbb675ea709b" providerId="AD" clId="Web-{78F43E22-3EF3-6482-18FD-65F8DED73B2A}" dt="2025-08-17T02:45:54.310" v="634" actId="20577"/>
          <ac:spMkLst>
            <pc:docMk/>
            <pc:sldMk cId="1555883083" sldId="317"/>
            <ac:spMk id="2" creationId="{9A6BE903-A78F-02DC-CDBF-3807FDE14C3E}"/>
          </ac:spMkLst>
        </pc:spChg>
        <pc:inkChg chg="add mod">
          <ac:chgData name="Ye, Xiaomeng" userId="S::xye@berry.edu::e9dfea23-315e-4458-a3dd-dbb675ea709b" providerId="AD" clId="Web-{78F43E22-3EF3-6482-18FD-65F8DED73B2A}" dt="2025-08-17T02:46:37.780" v="639" actId="1076"/>
          <ac:inkMkLst>
            <pc:docMk/>
            <pc:sldMk cId="1555883083" sldId="317"/>
            <ac:inkMk id="4" creationId="{0A53F193-DFC9-C09A-FA30-C5A669234247}"/>
          </ac:inkMkLst>
        </pc:inkChg>
      </pc:sldChg>
      <pc:sldChg chg="addSp delSp modSp add replId">
        <pc:chgData name="Ye, Xiaomeng" userId="S::xye@berry.edu::e9dfea23-315e-4458-a3dd-dbb675ea709b" providerId="AD" clId="Web-{78F43E22-3EF3-6482-18FD-65F8DED73B2A}" dt="2025-08-17T03:23:42.057" v="1033" actId="20577"/>
        <pc:sldMkLst>
          <pc:docMk/>
          <pc:sldMk cId="4087697090" sldId="318"/>
        </pc:sldMkLst>
        <pc:spChg chg="mod">
          <ac:chgData name="Ye, Xiaomeng" userId="S::xye@berry.edu::e9dfea23-315e-4458-a3dd-dbb675ea709b" providerId="AD" clId="Web-{78F43E22-3EF3-6482-18FD-65F8DED73B2A}" dt="2025-08-17T03:04:53.572" v="741" actId="20577"/>
          <ac:spMkLst>
            <pc:docMk/>
            <pc:sldMk cId="4087697090" sldId="318"/>
            <ac:spMk id="2" creationId="{033FCEC5-570F-40A9-E660-0BB349F3E565}"/>
          </ac:spMkLst>
        </pc:spChg>
        <pc:spChg chg="add mod">
          <ac:chgData name="Ye, Xiaomeng" userId="S::xye@berry.edu::e9dfea23-315e-4458-a3dd-dbb675ea709b" providerId="AD" clId="Web-{78F43E22-3EF3-6482-18FD-65F8DED73B2A}" dt="2025-08-17T03:23:42.057" v="1033" actId="20577"/>
          <ac:spMkLst>
            <pc:docMk/>
            <pc:sldMk cId="4087697090" sldId="318"/>
            <ac:spMk id="7" creationId="{456DCEAF-FC2D-3056-D4B6-FDB836F970F8}"/>
          </ac:spMkLst>
        </pc:spChg>
        <pc:picChg chg="add mod ord">
          <ac:chgData name="Ye, Xiaomeng" userId="S::xye@berry.edu::e9dfea23-315e-4458-a3dd-dbb675ea709b" providerId="AD" clId="Web-{78F43E22-3EF3-6482-18FD-65F8DED73B2A}" dt="2025-08-17T03:05:14.760" v="745" actId="14100"/>
          <ac:picMkLst>
            <pc:docMk/>
            <pc:sldMk cId="4087697090" sldId="318"/>
            <ac:picMk id="6" creationId="{606275D5-E706-5E1F-F1DE-10D83D83EED4}"/>
          </ac:picMkLst>
        </pc:picChg>
      </pc:sldChg>
      <pc:sldChg chg="addSp delSp modSp new">
        <pc:chgData name="Ye, Xiaomeng" userId="S::xye@berry.edu::e9dfea23-315e-4458-a3dd-dbb675ea709b" providerId="AD" clId="Web-{78F43E22-3EF3-6482-18FD-65F8DED73B2A}" dt="2025-08-17T03:13:46.798" v="913" actId="20577"/>
        <pc:sldMkLst>
          <pc:docMk/>
          <pc:sldMk cId="317080048" sldId="319"/>
        </pc:sldMkLst>
        <pc:spChg chg="mod">
          <ac:chgData name="Ye, Xiaomeng" userId="S::xye@berry.edu::e9dfea23-315e-4458-a3dd-dbb675ea709b" providerId="AD" clId="Web-{78F43E22-3EF3-6482-18FD-65F8DED73B2A}" dt="2025-08-17T03:08:50.881" v="798" actId="20577"/>
          <ac:spMkLst>
            <pc:docMk/>
            <pc:sldMk cId="317080048" sldId="319"/>
            <ac:spMk id="2" creationId="{C7EE66E9-3D9B-BFB8-2EF8-719EAB01127D}"/>
          </ac:spMkLst>
        </pc:spChg>
        <pc:spChg chg="add del mod">
          <ac:chgData name="Ye, Xiaomeng" userId="S::xye@berry.edu::e9dfea23-315e-4458-a3dd-dbb675ea709b" providerId="AD" clId="Web-{78F43E22-3EF3-6482-18FD-65F8DED73B2A}" dt="2025-08-17T03:13:46.798" v="913" actId="20577"/>
          <ac:spMkLst>
            <pc:docMk/>
            <pc:sldMk cId="317080048" sldId="319"/>
            <ac:spMk id="3" creationId="{910C2293-D2BB-C3BD-B08A-CCCF557EB6A4}"/>
          </ac:spMkLst>
        </pc:spChg>
        <pc:picChg chg="add mod">
          <ac:chgData name="Ye, Xiaomeng" userId="S::xye@berry.edu::e9dfea23-315e-4458-a3dd-dbb675ea709b" providerId="AD" clId="Web-{78F43E22-3EF3-6482-18FD-65F8DED73B2A}" dt="2025-08-17T03:11:38.435" v="881" actId="1076"/>
          <ac:picMkLst>
            <pc:docMk/>
            <pc:sldMk cId="317080048" sldId="319"/>
            <ac:picMk id="5" creationId="{1784575C-22D8-AED0-8955-B430AE4CE774}"/>
          </ac:picMkLst>
        </pc:picChg>
      </pc:sldChg>
      <pc:sldChg chg="modSp add">
        <pc:chgData name="Ye, Xiaomeng" userId="S::xye@berry.edu::e9dfea23-315e-4458-a3dd-dbb675ea709b" providerId="AD" clId="Web-{78F43E22-3EF3-6482-18FD-65F8DED73B2A}" dt="2025-08-17T03:26:33.647" v="1060" actId="1076"/>
        <pc:sldMkLst>
          <pc:docMk/>
          <pc:sldMk cId="1539557568" sldId="320"/>
        </pc:sldMkLst>
        <pc:spChg chg="mod">
          <ac:chgData name="Ye, Xiaomeng" userId="S::xye@berry.edu::e9dfea23-315e-4458-a3dd-dbb675ea709b" providerId="AD" clId="Web-{78F43E22-3EF3-6482-18FD-65F8DED73B2A}" dt="2025-08-17T03:26:32.616" v="1059" actId="20577"/>
          <ac:spMkLst>
            <pc:docMk/>
            <pc:sldMk cId="1539557568" sldId="320"/>
            <ac:spMk id="2" creationId="{CD489CD6-15C2-12D1-05AE-23B60F464858}"/>
          </ac:spMkLst>
        </pc:spChg>
        <pc:picChg chg="mod">
          <ac:chgData name="Ye, Xiaomeng" userId="S::xye@berry.edu::e9dfea23-315e-4458-a3dd-dbb675ea709b" providerId="AD" clId="Web-{78F43E22-3EF3-6482-18FD-65F8DED73B2A}" dt="2025-08-17T03:26:33.647" v="1060" actId="1076"/>
          <ac:picMkLst>
            <pc:docMk/>
            <pc:sldMk cId="1539557568" sldId="320"/>
            <ac:picMk id="4" creationId="{B6FD6CC4-48EC-6F0A-39E6-14DF21C561E8}"/>
          </ac:picMkLst>
        </pc:picChg>
      </pc:sldChg>
      <pc:sldChg chg="addSp delSp modSp new">
        <pc:chgData name="Ye, Xiaomeng" userId="S::xye@berry.edu::e9dfea23-315e-4458-a3dd-dbb675ea709b" providerId="AD" clId="Web-{78F43E22-3EF3-6482-18FD-65F8DED73B2A}" dt="2025-08-17T03:28:33.417" v="1095" actId="20577"/>
        <pc:sldMkLst>
          <pc:docMk/>
          <pc:sldMk cId="1836933505" sldId="321"/>
        </pc:sldMkLst>
        <pc:spChg chg="mod">
          <ac:chgData name="Ye, Xiaomeng" userId="S::xye@berry.edu::e9dfea23-315e-4458-a3dd-dbb675ea709b" providerId="AD" clId="Web-{78F43E22-3EF3-6482-18FD-65F8DED73B2A}" dt="2025-08-17T03:28:33.417" v="1095" actId="20577"/>
          <ac:spMkLst>
            <pc:docMk/>
            <pc:sldMk cId="1836933505" sldId="321"/>
            <ac:spMk id="2" creationId="{77DC380A-3749-4113-EC14-5936BEE2D054}"/>
          </ac:spMkLst>
        </pc:spChg>
        <pc:picChg chg="add mod">
          <ac:chgData name="Ye, Xiaomeng" userId="S::xye@berry.edu::e9dfea23-315e-4458-a3dd-dbb675ea709b" providerId="AD" clId="Web-{78F43E22-3EF3-6482-18FD-65F8DED73B2A}" dt="2025-08-17T03:28:29.229" v="1094" actId="1076"/>
          <ac:picMkLst>
            <pc:docMk/>
            <pc:sldMk cId="1836933505" sldId="321"/>
            <ac:picMk id="6" creationId="{35FD1DBC-0DA9-9E00-689C-480560FC9AB3}"/>
          </ac:picMkLst>
        </pc:picChg>
        <pc:picChg chg="add mod ord">
          <ac:chgData name="Ye, Xiaomeng" userId="S::xye@berry.edu::e9dfea23-315e-4458-a3dd-dbb675ea709b" providerId="AD" clId="Web-{78F43E22-3EF3-6482-18FD-65F8DED73B2A}" dt="2025-08-17T03:28:27.386" v="1093" actId="14100"/>
          <ac:picMkLst>
            <pc:docMk/>
            <pc:sldMk cId="1836933505" sldId="321"/>
            <ac:picMk id="7" creationId="{CEB8E905-35D0-BDE2-3E1C-D48ABC535830}"/>
          </ac:picMkLst>
        </pc:picChg>
      </pc:sldChg>
      <pc:sldChg chg="addSp delSp modSp new mod setBg">
        <pc:chgData name="Ye, Xiaomeng" userId="S::xye@berry.edu::e9dfea23-315e-4458-a3dd-dbb675ea709b" providerId="AD" clId="Web-{78F43E22-3EF3-6482-18FD-65F8DED73B2A}" dt="2025-08-17T03:33:40.788" v="1141" actId="14100"/>
        <pc:sldMkLst>
          <pc:docMk/>
          <pc:sldMk cId="4282229051" sldId="322"/>
        </pc:sldMkLst>
        <pc:spChg chg="mod">
          <ac:chgData name="Ye, Xiaomeng" userId="S::xye@berry.edu::e9dfea23-315e-4458-a3dd-dbb675ea709b" providerId="AD" clId="Web-{78F43E22-3EF3-6482-18FD-65F8DED73B2A}" dt="2025-08-17T03:33:07.709" v="1135"/>
          <ac:spMkLst>
            <pc:docMk/>
            <pc:sldMk cId="4282229051" sldId="322"/>
            <ac:spMk id="2" creationId="{EBC5BE0E-1CD3-112B-F3EA-75550FD229AB}"/>
          </ac:spMkLst>
        </pc:spChg>
        <pc:picChg chg="add mod ord">
          <ac:chgData name="Ye, Xiaomeng" userId="S::xye@berry.edu::e9dfea23-315e-4458-a3dd-dbb675ea709b" providerId="AD" clId="Web-{78F43E22-3EF3-6482-18FD-65F8DED73B2A}" dt="2025-08-17T03:33:28.537" v="1139" actId="1076"/>
          <ac:picMkLst>
            <pc:docMk/>
            <pc:sldMk cId="4282229051" sldId="322"/>
            <ac:picMk id="4" creationId="{B6EE5812-06F6-34D1-7655-17D6301E6936}"/>
          </ac:picMkLst>
        </pc:picChg>
        <pc:picChg chg="add mod">
          <ac:chgData name="Ye, Xiaomeng" userId="S::xye@berry.edu::e9dfea23-315e-4458-a3dd-dbb675ea709b" providerId="AD" clId="Web-{78F43E22-3EF3-6482-18FD-65F8DED73B2A}" dt="2025-08-17T03:33:40.788" v="1141" actId="14100"/>
          <ac:picMkLst>
            <pc:docMk/>
            <pc:sldMk cId="4282229051" sldId="322"/>
            <ac:picMk id="6" creationId="{661FD0C1-41FB-2263-05A3-73459E637028}"/>
          </ac:picMkLst>
        </pc:picChg>
      </pc:sldChg>
      <pc:sldChg chg="modSp new">
        <pc:chgData name="Ye, Xiaomeng" userId="S::xye@berry.edu::e9dfea23-315e-4458-a3dd-dbb675ea709b" providerId="AD" clId="Web-{78F43E22-3EF3-6482-18FD-65F8DED73B2A}" dt="2025-08-17T03:44:14.960" v="1262" actId="20577"/>
        <pc:sldMkLst>
          <pc:docMk/>
          <pc:sldMk cId="3249526950" sldId="323"/>
        </pc:sldMkLst>
        <pc:spChg chg="mod">
          <ac:chgData name="Ye, Xiaomeng" userId="S::xye@berry.edu::e9dfea23-315e-4458-a3dd-dbb675ea709b" providerId="AD" clId="Web-{78F43E22-3EF3-6482-18FD-65F8DED73B2A}" dt="2025-08-17T03:44:14.960" v="1262" actId="20577"/>
          <ac:spMkLst>
            <pc:docMk/>
            <pc:sldMk cId="3249526950" sldId="323"/>
            <ac:spMk id="2" creationId="{03E1028A-7862-8151-68D2-F742CCA3AADF}"/>
          </ac:spMkLst>
        </pc:spChg>
        <pc:spChg chg="mod">
          <ac:chgData name="Ye, Xiaomeng" userId="S::xye@berry.edu::e9dfea23-315e-4458-a3dd-dbb675ea709b" providerId="AD" clId="Web-{78F43E22-3EF3-6482-18FD-65F8DED73B2A}" dt="2025-08-17T03:42:22.924" v="1242" actId="20577"/>
          <ac:spMkLst>
            <pc:docMk/>
            <pc:sldMk cId="3249526950" sldId="323"/>
            <ac:spMk id="3" creationId="{E0DDEC17-DD15-D37C-6A56-66581654DB48}"/>
          </ac:spMkLst>
        </pc:spChg>
      </pc:sldChg>
      <pc:sldChg chg="modSp new">
        <pc:chgData name="Ye, Xiaomeng" userId="S::xye@berry.edu::e9dfea23-315e-4458-a3dd-dbb675ea709b" providerId="AD" clId="Web-{78F43E22-3EF3-6482-18FD-65F8DED73B2A}" dt="2025-08-17T03:44:19.960" v="1264" actId="20577"/>
        <pc:sldMkLst>
          <pc:docMk/>
          <pc:sldMk cId="3677817656" sldId="324"/>
        </pc:sldMkLst>
        <pc:spChg chg="mod">
          <ac:chgData name="Ye, Xiaomeng" userId="S::xye@berry.edu::e9dfea23-315e-4458-a3dd-dbb675ea709b" providerId="AD" clId="Web-{78F43E22-3EF3-6482-18FD-65F8DED73B2A}" dt="2025-08-17T03:44:19.960" v="1264" actId="20577"/>
          <ac:spMkLst>
            <pc:docMk/>
            <pc:sldMk cId="3677817656" sldId="324"/>
            <ac:spMk id="2" creationId="{7E268CED-0343-0D26-772D-068C60DF09B7}"/>
          </ac:spMkLst>
        </pc:spChg>
        <pc:spChg chg="mod">
          <ac:chgData name="Ye, Xiaomeng" userId="S::xye@berry.edu::e9dfea23-315e-4458-a3dd-dbb675ea709b" providerId="AD" clId="Web-{78F43E22-3EF3-6482-18FD-65F8DED73B2A}" dt="2025-08-17T03:39:55.025" v="1206" actId="20577"/>
          <ac:spMkLst>
            <pc:docMk/>
            <pc:sldMk cId="3677817656" sldId="324"/>
            <ac:spMk id="3" creationId="{7F702CB9-6999-76AE-1172-C011D03C09C3}"/>
          </ac:spMkLst>
        </pc:spChg>
      </pc:sldChg>
    </pc:docChg>
  </pc:docChgLst>
  <pc:docChgLst>
    <pc:chgData name="Ye, Xiaomeng" userId="S::xye@berry.edu::e9dfea23-315e-4458-a3dd-dbb675ea709b" providerId="AD" clId="Web-{A3AF7380-B237-FBEA-4D8A-4D3B942DC16F}"/>
    <pc:docChg chg="addSld delSld modSld sldOrd">
      <pc:chgData name="Ye, Xiaomeng" userId="S::xye@berry.edu::e9dfea23-315e-4458-a3dd-dbb675ea709b" providerId="AD" clId="Web-{A3AF7380-B237-FBEA-4D8A-4D3B942DC16F}" dt="2025-08-15T03:23:01.545" v="967" actId="20577"/>
      <pc:docMkLst>
        <pc:docMk/>
      </pc:docMkLst>
      <pc:sldChg chg="modSp">
        <pc:chgData name="Ye, Xiaomeng" userId="S::xye@berry.edu::e9dfea23-315e-4458-a3dd-dbb675ea709b" providerId="AD" clId="Web-{A3AF7380-B237-FBEA-4D8A-4D3B942DC16F}" dt="2025-08-14T22:38:30.564" v="327"/>
        <pc:sldMkLst>
          <pc:docMk/>
          <pc:sldMk cId="1764297785" sldId="257"/>
        </pc:sldMkLst>
      </pc:sldChg>
      <pc:sldChg chg="modSp">
        <pc:chgData name="Ye, Xiaomeng" userId="S::xye@berry.edu::e9dfea23-315e-4458-a3dd-dbb675ea709b" providerId="AD" clId="Web-{A3AF7380-B237-FBEA-4D8A-4D3B942DC16F}" dt="2025-08-14T20:40:20.814" v="1" actId="20577"/>
        <pc:sldMkLst>
          <pc:docMk/>
          <pc:sldMk cId="4264752923" sldId="298"/>
        </pc:sldMkLst>
        <pc:spChg chg="mod">
          <ac:chgData name="Ye, Xiaomeng" userId="S::xye@berry.edu::e9dfea23-315e-4458-a3dd-dbb675ea709b" providerId="AD" clId="Web-{A3AF7380-B237-FBEA-4D8A-4D3B942DC16F}" dt="2025-08-14T20:40:20.814" v="1" actId="20577"/>
          <ac:spMkLst>
            <pc:docMk/>
            <pc:sldMk cId="4264752923" sldId="298"/>
            <ac:spMk id="8" creationId="{772143B9-C4FB-A27B-F621-D9AC8DB7DC60}"/>
          </ac:spMkLst>
        </pc:spChg>
      </pc:sldChg>
      <pc:sldChg chg="new">
        <pc:chgData name="Ye, Xiaomeng" userId="S::xye@berry.edu::e9dfea23-315e-4458-a3dd-dbb675ea709b" providerId="AD" clId="Web-{A3AF7380-B237-FBEA-4D8A-4D3B942DC16F}" dt="2025-08-14T20:41:00.862" v="2"/>
        <pc:sldMkLst>
          <pc:docMk/>
          <pc:sldMk cId="1766005728" sldId="299"/>
        </pc:sldMkLst>
      </pc:sldChg>
      <pc:sldChg chg="addSp delSp modSp new">
        <pc:chgData name="Ye, Xiaomeng" userId="S::xye@berry.edu::e9dfea23-315e-4458-a3dd-dbb675ea709b" providerId="AD" clId="Web-{A3AF7380-B237-FBEA-4D8A-4D3B942DC16F}" dt="2025-08-14T21:04:01.989" v="247" actId="20577"/>
        <pc:sldMkLst>
          <pc:docMk/>
          <pc:sldMk cId="3327026761" sldId="300"/>
        </pc:sldMkLst>
        <pc:spChg chg="mod">
          <ac:chgData name="Ye, Xiaomeng" userId="S::xye@berry.edu::e9dfea23-315e-4458-a3dd-dbb675ea709b" providerId="AD" clId="Web-{A3AF7380-B237-FBEA-4D8A-4D3B942DC16F}" dt="2025-08-14T21:04:01.989" v="247" actId="20577"/>
          <ac:spMkLst>
            <pc:docMk/>
            <pc:sldMk cId="3327026761" sldId="300"/>
            <ac:spMk id="2" creationId="{E44AD3F8-E223-2CEA-A67E-3E78F20FA97A}"/>
          </ac:spMkLst>
        </pc:spChg>
        <pc:picChg chg="add mod ord">
          <ac:chgData name="Ye, Xiaomeng" userId="S::xye@berry.edu::e9dfea23-315e-4458-a3dd-dbb675ea709b" providerId="AD" clId="Web-{A3AF7380-B237-FBEA-4D8A-4D3B942DC16F}" dt="2025-08-14T20:56:04.503" v="129" actId="1076"/>
          <ac:picMkLst>
            <pc:docMk/>
            <pc:sldMk cId="3327026761" sldId="300"/>
            <ac:picMk id="7" creationId="{F2D92BF2-59BA-7609-B6C7-ED0F5CAC963F}"/>
          </ac:picMkLst>
        </pc:picChg>
      </pc:sldChg>
      <pc:sldChg chg="addSp delSp modSp add del replId">
        <pc:chgData name="Ye, Xiaomeng" userId="S::xye@berry.edu::e9dfea23-315e-4458-a3dd-dbb675ea709b" providerId="AD" clId="Web-{A3AF7380-B237-FBEA-4D8A-4D3B942DC16F}" dt="2025-08-14T20:57:13.397" v="167"/>
        <pc:sldMkLst>
          <pc:docMk/>
          <pc:sldMk cId="1444528568" sldId="301"/>
        </pc:sldMkLst>
      </pc:sldChg>
      <pc:sldChg chg="addSp delSp modSp add del replId">
        <pc:chgData name="Ye, Xiaomeng" userId="S::xye@berry.edu::e9dfea23-315e-4458-a3dd-dbb675ea709b" providerId="AD" clId="Web-{A3AF7380-B237-FBEA-4D8A-4D3B942DC16F}" dt="2025-08-14T20:57:12.694" v="166"/>
        <pc:sldMkLst>
          <pc:docMk/>
          <pc:sldMk cId="3306580038" sldId="302"/>
        </pc:sldMkLst>
      </pc:sldChg>
      <pc:sldChg chg="addSp delSp modSp add del replId">
        <pc:chgData name="Ye, Xiaomeng" userId="S::xye@berry.edu::e9dfea23-315e-4458-a3dd-dbb675ea709b" providerId="AD" clId="Web-{A3AF7380-B237-FBEA-4D8A-4D3B942DC16F}" dt="2025-08-14T20:58:13.258" v="179"/>
        <pc:sldMkLst>
          <pc:docMk/>
          <pc:sldMk cId="1191064263" sldId="303"/>
        </pc:sldMkLst>
      </pc:sldChg>
      <pc:sldChg chg="addSp delSp modSp add ord replId">
        <pc:chgData name="Ye, Xiaomeng" userId="S::xye@berry.edu::e9dfea23-315e-4458-a3dd-dbb675ea709b" providerId="AD" clId="Web-{A3AF7380-B237-FBEA-4D8A-4D3B942DC16F}" dt="2025-08-14T20:55:16.877" v="119"/>
        <pc:sldMkLst>
          <pc:docMk/>
          <pc:sldMk cId="20595985" sldId="304"/>
        </pc:sldMkLst>
      </pc:sldChg>
      <pc:sldChg chg="addSp modSp add replId">
        <pc:chgData name="Ye, Xiaomeng" userId="S::xye@berry.edu::e9dfea23-315e-4458-a3dd-dbb675ea709b" providerId="AD" clId="Web-{A3AF7380-B237-FBEA-4D8A-4D3B942DC16F}" dt="2025-08-14T20:59:20.495" v="203" actId="20577"/>
        <pc:sldMkLst>
          <pc:docMk/>
          <pc:sldMk cId="1059441638" sldId="305"/>
        </pc:sldMkLst>
        <pc:spChg chg="mod">
          <ac:chgData name="Ye, Xiaomeng" userId="S::xye@berry.edu::e9dfea23-315e-4458-a3dd-dbb675ea709b" providerId="AD" clId="Web-{A3AF7380-B237-FBEA-4D8A-4D3B942DC16F}" dt="2025-08-14T20:59:20.495" v="203" actId="20577"/>
          <ac:spMkLst>
            <pc:docMk/>
            <pc:sldMk cId="1059441638" sldId="305"/>
            <ac:spMk id="2" creationId="{62120404-4DE1-B408-298D-DD79F5D66636}"/>
          </ac:spMkLst>
        </pc:spChg>
        <pc:inkChg chg="add">
          <ac:chgData name="Ye, Xiaomeng" userId="S::xye@berry.edu::e9dfea23-315e-4458-a3dd-dbb675ea709b" providerId="AD" clId="Web-{A3AF7380-B237-FBEA-4D8A-4D3B942DC16F}" dt="2025-08-14T20:57:30.647" v="168"/>
          <ac:inkMkLst>
            <pc:docMk/>
            <pc:sldMk cId="1059441638" sldId="305"/>
            <ac:inkMk id="3" creationId="{81AD6725-7BDC-9977-2FB0-A9F19EE7C21B}"/>
          </ac:inkMkLst>
        </pc:inkChg>
      </pc:sldChg>
      <pc:sldChg chg="addSp modSp add replId">
        <pc:chgData name="Ye, Xiaomeng" userId="S::xye@berry.edu::e9dfea23-315e-4458-a3dd-dbb675ea709b" providerId="AD" clId="Web-{A3AF7380-B237-FBEA-4D8A-4D3B942DC16F}" dt="2025-08-14T21:01:15.202" v="225" actId="20577"/>
        <pc:sldMkLst>
          <pc:docMk/>
          <pc:sldMk cId="2280408131" sldId="306"/>
        </pc:sldMkLst>
        <pc:spChg chg="mod">
          <ac:chgData name="Ye, Xiaomeng" userId="S::xye@berry.edu::e9dfea23-315e-4458-a3dd-dbb675ea709b" providerId="AD" clId="Web-{A3AF7380-B237-FBEA-4D8A-4D3B942DC16F}" dt="2025-08-14T21:01:15.202" v="225" actId="20577"/>
          <ac:spMkLst>
            <pc:docMk/>
            <pc:sldMk cId="2280408131" sldId="306"/>
            <ac:spMk id="2" creationId="{FFED6285-5C7E-FEAC-5CF3-4CEF74A70ED7}"/>
          </ac:spMkLst>
        </pc:spChg>
        <pc:inkChg chg="add">
          <ac:chgData name="Ye, Xiaomeng" userId="S::xye@berry.edu::e9dfea23-315e-4458-a3dd-dbb675ea709b" providerId="AD" clId="Web-{A3AF7380-B237-FBEA-4D8A-4D3B942DC16F}" dt="2025-08-14T20:57:38.882" v="169"/>
          <ac:inkMkLst>
            <pc:docMk/>
            <pc:sldMk cId="2280408131" sldId="306"/>
            <ac:inkMk id="3" creationId="{4F4026A9-800E-30CD-2C1C-78628E1999D9}"/>
          </ac:inkMkLst>
        </pc:inkChg>
        <pc:inkChg chg="add">
          <ac:chgData name="Ye, Xiaomeng" userId="S::xye@berry.edu::e9dfea23-315e-4458-a3dd-dbb675ea709b" providerId="AD" clId="Web-{A3AF7380-B237-FBEA-4D8A-4D3B942DC16F}" dt="2025-08-14T20:57:42.132" v="170"/>
          <ac:inkMkLst>
            <pc:docMk/>
            <pc:sldMk cId="2280408131" sldId="306"/>
            <ac:inkMk id="4" creationId="{1644977A-A5C0-EF33-4297-AFCB30BBA988}"/>
          </ac:inkMkLst>
        </pc:inkChg>
      </pc:sldChg>
      <pc:sldChg chg="addSp delSp modSp add replId">
        <pc:chgData name="Ye, Xiaomeng" userId="S::xye@berry.edu::e9dfea23-315e-4458-a3dd-dbb675ea709b" providerId="AD" clId="Web-{A3AF7380-B237-FBEA-4D8A-4D3B942DC16F}" dt="2025-08-14T21:02:07.079" v="228"/>
        <pc:sldMkLst>
          <pc:docMk/>
          <pc:sldMk cId="1665848058" sldId="307"/>
        </pc:sldMkLst>
        <pc:spChg chg="mod">
          <ac:chgData name="Ye, Xiaomeng" userId="S::xye@berry.edu::e9dfea23-315e-4458-a3dd-dbb675ea709b" providerId="AD" clId="Web-{A3AF7380-B237-FBEA-4D8A-4D3B942DC16F}" dt="2025-08-14T20:59:36.855" v="208" actId="20577"/>
          <ac:spMkLst>
            <pc:docMk/>
            <pc:sldMk cId="1665848058" sldId="307"/>
            <ac:spMk id="2" creationId="{D1556BA6-7C79-BA32-05AC-2DE99BFD81B8}"/>
          </ac:spMkLst>
        </pc:spChg>
        <pc:inkChg chg="add">
          <ac:chgData name="Ye, Xiaomeng" userId="S::xye@berry.edu::e9dfea23-315e-4458-a3dd-dbb675ea709b" providerId="AD" clId="Web-{A3AF7380-B237-FBEA-4D8A-4D3B942DC16F}" dt="2025-08-14T21:02:07.079" v="228"/>
          <ac:inkMkLst>
            <pc:docMk/>
            <pc:sldMk cId="1665848058" sldId="307"/>
            <ac:inkMk id="5" creationId="{1E309579-D635-E059-E5E9-42F482764457}"/>
          </ac:inkMkLst>
        </pc:inkChg>
      </pc:sldChg>
      <pc:sldChg chg="addSp delSp modSp add replId">
        <pc:chgData name="Ye, Xiaomeng" userId="S::xye@berry.edu::e9dfea23-315e-4458-a3dd-dbb675ea709b" providerId="AD" clId="Web-{A3AF7380-B237-FBEA-4D8A-4D3B942DC16F}" dt="2025-08-14T21:03:55.880" v="246" actId="20577"/>
        <pc:sldMkLst>
          <pc:docMk/>
          <pc:sldMk cId="4038268743" sldId="308"/>
        </pc:sldMkLst>
        <pc:spChg chg="mod">
          <ac:chgData name="Ye, Xiaomeng" userId="S::xye@berry.edu::e9dfea23-315e-4458-a3dd-dbb675ea709b" providerId="AD" clId="Web-{A3AF7380-B237-FBEA-4D8A-4D3B942DC16F}" dt="2025-08-14T21:03:55.880" v="246" actId="20577"/>
          <ac:spMkLst>
            <pc:docMk/>
            <pc:sldMk cId="4038268743" sldId="308"/>
            <ac:spMk id="2" creationId="{5CAC3D6D-9F61-197D-BF2F-BE13C1DF020C}"/>
          </ac:spMkLst>
        </pc:spChg>
        <pc:inkChg chg="add">
          <ac:chgData name="Ye, Xiaomeng" userId="S::xye@berry.edu::e9dfea23-315e-4458-a3dd-dbb675ea709b" providerId="AD" clId="Web-{A3AF7380-B237-FBEA-4D8A-4D3B942DC16F}" dt="2025-08-14T21:03:39.473" v="245"/>
          <ac:inkMkLst>
            <pc:docMk/>
            <pc:sldMk cId="4038268743" sldId="308"/>
            <ac:inkMk id="5" creationId="{CCE7D3FE-9F54-6CD8-3D50-32CEB64934B3}"/>
          </ac:inkMkLst>
        </pc:inkChg>
      </pc:sldChg>
      <pc:sldChg chg="add replId">
        <pc:chgData name="Ye, Xiaomeng" userId="S::xye@berry.edu::e9dfea23-315e-4458-a3dd-dbb675ea709b" providerId="AD" clId="Web-{A3AF7380-B237-FBEA-4D8A-4D3B942DC16F}" dt="2025-08-14T21:04:08.443" v="248"/>
        <pc:sldMkLst>
          <pc:docMk/>
          <pc:sldMk cId="3379015037" sldId="309"/>
        </pc:sldMkLst>
      </pc:sldChg>
      <pc:sldChg chg="addSp delSp modSp new">
        <pc:chgData name="Ye, Xiaomeng" userId="S::xye@berry.edu::e9dfea23-315e-4458-a3dd-dbb675ea709b" providerId="AD" clId="Web-{A3AF7380-B237-FBEA-4D8A-4D3B942DC16F}" dt="2025-08-15T03:11:22.440" v="672"/>
        <pc:sldMkLst>
          <pc:docMk/>
          <pc:sldMk cId="527715389" sldId="310"/>
        </pc:sldMkLst>
        <pc:spChg chg="mod">
          <ac:chgData name="Ye, Xiaomeng" userId="S::xye@berry.edu::e9dfea23-315e-4458-a3dd-dbb675ea709b" providerId="AD" clId="Web-{A3AF7380-B237-FBEA-4D8A-4D3B942DC16F}" dt="2025-08-14T21:37:19.315" v="270" actId="20577"/>
          <ac:spMkLst>
            <pc:docMk/>
            <pc:sldMk cId="527715389" sldId="310"/>
            <ac:spMk id="2" creationId="{A80F8271-BF82-7114-5856-AC03C14BF917}"/>
          </ac:spMkLst>
        </pc:spChg>
        <pc:graphicFrameChg chg="add mod modGraphic">
          <ac:chgData name="Ye, Xiaomeng" userId="S::xye@berry.edu::e9dfea23-315e-4458-a3dd-dbb675ea709b" providerId="AD" clId="Web-{A3AF7380-B237-FBEA-4D8A-4D3B942DC16F}" dt="2025-08-15T03:11:22.440" v="672"/>
          <ac:graphicFrameMkLst>
            <pc:docMk/>
            <pc:sldMk cId="527715389" sldId="310"/>
            <ac:graphicFrameMk id="5" creationId="{58086383-C661-FD35-EB06-D75839EB369B}"/>
          </ac:graphicFrameMkLst>
        </pc:graphicFrameChg>
      </pc:sldChg>
      <pc:sldChg chg="modSp new">
        <pc:chgData name="Ye, Xiaomeng" userId="S::xye@berry.edu::e9dfea23-315e-4458-a3dd-dbb675ea709b" providerId="AD" clId="Web-{A3AF7380-B237-FBEA-4D8A-4D3B942DC16F}" dt="2025-08-15T03:14:43.308" v="721" actId="20577"/>
        <pc:sldMkLst>
          <pc:docMk/>
          <pc:sldMk cId="736352309" sldId="311"/>
        </pc:sldMkLst>
        <pc:spChg chg="mod">
          <ac:chgData name="Ye, Xiaomeng" userId="S::xye@berry.edu::e9dfea23-315e-4458-a3dd-dbb675ea709b" providerId="AD" clId="Web-{A3AF7380-B237-FBEA-4D8A-4D3B942DC16F}" dt="2025-08-14T22:46:23.021" v="513" actId="20577"/>
          <ac:spMkLst>
            <pc:docMk/>
            <pc:sldMk cId="736352309" sldId="311"/>
            <ac:spMk id="2" creationId="{D813C557-4355-33F6-E6B6-393D6582C26B}"/>
          </ac:spMkLst>
        </pc:spChg>
        <pc:spChg chg="mod">
          <ac:chgData name="Ye, Xiaomeng" userId="S::xye@berry.edu::e9dfea23-315e-4458-a3dd-dbb675ea709b" providerId="AD" clId="Web-{A3AF7380-B237-FBEA-4D8A-4D3B942DC16F}" dt="2025-08-15T03:14:43.308" v="721" actId="20577"/>
          <ac:spMkLst>
            <pc:docMk/>
            <pc:sldMk cId="736352309" sldId="311"/>
            <ac:spMk id="3" creationId="{4C867266-937E-7C75-2615-F70431143E2C}"/>
          </ac:spMkLst>
        </pc:spChg>
      </pc:sldChg>
      <pc:sldChg chg="addSp delSp modSp new">
        <pc:chgData name="Ye, Xiaomeng" userId="S::xye@berry.edu::e9dfea23-315e-4458-a3dd-dbb675ea709b" providerId="AD" clId="Web-{A3AF7380-B237-FBEA-4D8A-4D3B942DC16F}" dt="2025-08-15T03:23:01.545" v="967" actId="20577"/>
        <pc:sldMkLst>
          <pc:docMk/>
          <pc:sldMk cId="2976743621" sldId="312"/>
        </pc:sldMkLst>
      </pc:sldChg>
      <pc:sldChg chg="modSp add replId">
        <pc:chgData name="Ye, Xiaomeng" userId="S::xye@berry.edu::e9dfea23-315e-4458-a3dd-dbb675ea709b" providerId="AD" clId="Web-{A3AF7380-B237-FBEA-4D8A-4D3B942DC16F}" dt="2025-08-15T03:22:58.107" v="962" actId="20577"/>
        <pc:sldMkLst>
          <pc:docMk/>
          <pc:sldMk cId="3126336258" sldId="313"/>
        </pc:sldMkLst>
        <pc:spChg chg="mod">
          <ac:chgData name="Ye, Xiaomeng" userId="S::xye@berry.edu::e9dfea23-315e-4458-a3dd-dbb675ea709b" providerId="AD" clId="Web-{A3AF7380-B237-FBEA-4D8A-4D3B942DC16F}" dt="2025-08-15T03:22:58.107" v="962" actId="20577"/>
          <ac:spMkLst>
            <pc:docMk/>
            <pc:sldMk cId="3126336258" sldId="313"/>
            <ac:spMk id="3" creationId="{FF94CD2B-1A5D-E2DF-556F-9E7DFEEFB539}"/>
          </ac:spMkLst>
        </pc:spChg>
      </pc:sldChg>
      <pc:sldChg chg="modSp add replId">
        <pc:chgData name="Ye, Xiaomeng" userId="S::xye@berry.edu::e9dfea23-315e-4458-a3dd-dbb675ea709b" providerId="AD" clId="Web-{A3AF7380-B237-FBEA-4D8A-4D3B942DC16F}" dt="2025-08-15T03:22:48.638" v="957" actId="20577"/>
        <pc:sldMkLst>
          <pc:docMk/>
          <pc:sldMk cId="2269709566" sldId="314"/>
        </pc:sldMkLst>
      </pc:sldChg>
      <pc:sldChg chg="modSp new">
        <pc:chgData name="Ye, Xiaomeng" userId="S::xye@berry.edu::e9dfea23-315e-4458-a3dd-dbb675ea709b" providerId="AD" clId="Web-{A3AF7380-B237-FBEA-4D8A-4D3B942DC16F}" dt="2025-08-15T03:22:53.169" v="959" actId="20577"/>
        <pc:sldMkLst>
          <pc:docMk/>
          <pc:sldMk cId="1123720762" sldId="315"/>
        </pc:sldMkLst>
      </pc:sldChg>
    </pc:docChg>
  </pc:docChgLst>
  <pc:docChgLst>
    <pc:chgData name="Ye, Xiaomeng" userId="S::xye@berry.edu::e9dfea23-315e-4458-a3dd-dbb675ea709b" providerId="AD" clId="Web-{A61959FF-1ADF-C4FA-CAF6-619EB3824064}"/>
    <pc:docChg chg="modSld">
      <pc:chgData name="Ye, Xiaomeng" userId="S::xye@berry.edu::e9dfea23-315e-4458-a3dd-dbb675ea709b" providerId="AD" clId="Web-{A61959FF-1ADF-C4FA-CAF6-619EB3824064}" dt="2025-08-14T02:56:11.130" v="63"/>
      <pc:docMkLst>
        <pc:docMk/>
      </pc:docMkLst>
      <pc:sldChg chg="modSp">
        <pc:chgData name="Ye, Xiaomeng" userId="S::xye@berry.edu::e9dfea23-315e-4458-a3dd-dbb675ea709b" providerId="AD" clId="Web-{A61959FF-1ADF-C4FA-CAF6-619EB3824064}" dt="2025-08-13T23:52:40.446" v="39" actId="20577"/>
        <pc:sldMkLst>
          <pc:docMk/>
          <pc:sldMk cId="4198021123" sldId="256"/>
        </pc:sldMkLst>
        <pc:spChg chg="mod">
          <ac:chgData name="Ye, Xiaomeng" userId="S::xye@berry.edu::e9dfea23-315e-4458-a3dd-dbb675ea709b" providerId="AD" clId="Web-{A61959FF-1ADF-C4FA-CAF6-619EB3824064}" dt="2025-08-13T23:52:40.446" v="39" actId="20577"/>
          <ac:spMkLst>
            <pc:docMk/>
            <pc:sldMk cId="4198021123" sldId="256"/>
            <ac:spMk id="3" creationId="{56FCDA19-506F-86CE-4481-C4328F97B51C}"/>
          </ac:spMkLst>
        </pc:spChg>
      </pc:sldChg>
      <pc:sldChg chg="modSp modCm">
        <pc:chgData name="Ye, Xiaomeng" userId="S::xye@berry.edu::e9dfea23-315e-4458-a3dd-dbb675ea709b" providerId="AD" clId="Web-{A61959FF-1ADF-C4FA-CAF6-619EB3824064}" dt="2025-08-13T23:48:51.181" v="11" actId="20577"/>
        <pc:sldMkLst>
          <pc:docMk/>
          <pc:sldMk cId="725056272" sldId="260"/>
        </pc:sldMkLst>
        <pc:spChg chg="mod">
          <ac:chgData name="Ye, Xiaomeng" userId="S::xye@berry.edu::e9dfea23-315e-4458-a3dd-dbb675ea709b" providerId="AD" clId="Web-{A61959FF-1ADF-C4FA-CAF6-619EB3824064}" dt="2025-08-13T23:48:51.181" v="11" actId="20577"/>
          <ac:spMkLst>
            <pc:docMk/>
            <pc:sldMk cId="725056272" sldId="260"/>
            <ac:spMk id="3" creationId="{490A32AE-09AF-697F-37D8-D39DC76818DB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Ye, Xiaomeng" userId="S::xye@berry.edu::e9dfea23-315e-4458-a3dd-dbb675ea709b" providerId="AD" clId="Web-{A61959FF-1ADF-C4FA-CAF6-619EB3824064}" dt="2025-08-13T23:48:35.351" v="10" actId="20577"/>
              <pc2:cmMkLst xmlns:pc2="http://schemas.microsoft.com/office/powerpoint/2019/9/main/command">
                <pc:docMk/>
                <pc:sldMk cId="725056272" sldId="260"/>
                <pc2:cmMk id="{22511B4F-0375-4A85-9DD5-29E0319AE67D}"/>
              </pc2:cmMkLst>
            </pc226:cmChg>
          </p:ext>
        </pc:extLst>
      </pc:sldChg>
      <pc:sldChg chg="modSp">
        <pc:chgData name="Ye, Xiaomeng" userId="S::xye@berry.edu::e9dfea23-315e-4458-a3dd-dbb675ea709b" providerId="AD" clId="Web-{A61959FF-1ADF-C4FA-CAF6-619EB3824064}" dt="2025-08-14T02:40:28.801" v="60" actId="20577"/>
        <pc:sldMkLst>
          <pc:docMk/>
          <pc:sldMk cId="659677053" sldId="261"/>
        </pc:sldMkLst>
        <pc:spChg chg="mod">
          <ac:chgData name="Ye, Xiaomeng" userId="S::xye@berry.edu::e9dfea23-315e-4458-a3dd-dbb675ea709b" providerId="AD" clId="Web-{A61959FF-1ADF-C4FA-CAF6-619EB3824064}" dt="2025-08-14T02:40:28.801" v="60" actId="20577"/>
          <ac:spMkLst>
            <pc:docMk/>
            <pc:sldMk cId="659677053" sldId="261"/>
            <ac:spMk id="3" creationId="{6692C307-72F3-9303-68E8-0A7DA74C6BCA}"/>
          </ac:spMkLst>
        </pc:spChg>
      </pc:sldChg>
      <pc:sldChg chg="modSp modCm">
        <pc:chgData name="Ye, Xiaomeng" userId="S::xye@berry.edu::e9dfea23-315e-4458-a3dd-dbb675ea709b" providerId="AD" clId="Web-{A61959FF-1ADF-C4FA-CAF6-619EB3824064}" dt="2025-08-14T02:53:05.921" v="62" actId="20577"/>
        <pc:sldMkLst>
          <pc:docMk/>
          <pc:sldMk cId="169548117" sldId="27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Ye, Xiaomeng" userId="S::xye@berry.edu::e9dfea23-315e-4458-a3dd-dbb675ea709b" providerId="AD" clId="Web-{A61959FF-1ADF-C4FA-CAF6-619EB3824064}" dt="2025-08-14T02:53:05.921" v="62" actId="20577"/>
              <pc2:cmMkLst xmlns:pc2="http://schemas.microsoft.com/office/powerpoint/2019/9/main/command">
                <pc:docMk/>
                <pc:sldMk cId="169548117" sldId="270"/>
                <pc2:cmMk id="{ECD3FC88-6DF5-4E0D-B415-F78CF8680A38}"/>
              </pc2:cmMkLst>
            </pc226:cmChg>
          </p:ext>
        </pc:extLst>
      </pc:sldChg>
      <pc:sldChg chg="mod modShow">
        <pc:chgData name="Ye, Xiaomeng" userId="S::xye@berry.edu::e9dfea23-315e-4458-a3dd-dbb675ea709b" providerId="AD" clId="Web-{A61959FF-1ADF-C4FA-CAF6-619EB3824064}" dt="2025-08-14T02:56:11.130" v="63"/>
        <pc:sldMkLst>
          <pc:docMk/>
          <pc:sldMk cId="2820553088" sldId="274"/>
        </pc:sldMkLst>
      </pc:sldChg>
      <pc:sldChg chg="modSp">
        <pc:chgData name="Ye, Xiaomeng" userId="S::xye@berry.edu::e9dfea23-315e-4458-a3dd-dbb675ea709b" providerId="AD" clId="Web-{A61959FF-1ADF-C4FA-CAF6-619EB3824064}" dt="2025-08-13T23:51:21.941" v="20" actId="20577"/>
        <pc:sldMkLst>
          <pc:docMk/>
          <pc:sldMk cId="2988885124" sldId="282"/>
        </pc:sldMkLst>
        <pc:spChg chg="mod">
          <ac:chgData name="Ye, Xiaomeng" userId="S::xye@berry.edu::e9dfea23-315e-4458-a3dd-dbb675ea709b" providerId="AD" clId="Web-{A61959FF-1ADF-C4FA-CAF6-619EB3824064}" dt="2025-08-13T23:51:21.941" v="20" actId="20577"/>
          <ac:spMkLst>
            <pc:docMk/>
            <pc:sldMk cId="2988885124" sldId="282"/>
            <ac:spMk id="3" creationId="{A823B790-F88A-AB08-1449-79335E3F3D2B}"/>
          </ac:spMkLst>
        </pc:spChg>
      </pc:sldChg>
      <pc:sldChg chg="modSp">
        <pc:chgData name="Ye, Xiaomeng" userId="S::xye@berry.edu::e9dfea23-315e-4458-a3dd-dbb675ea709b" providerId="AD" clId="Web-{A61959FF-1ADF-C4FA-CAF6-619EB3824064}" dt="2025-08-13T23:47:23.487" v="8" actId="20577"/>
        <pc:sldMkLst>
          <pc:docMk/>
          <pc:sldMk cId="4264752923" sldId="298"/>
        </pc:sldMkLst>
        <pc:spChg chg="mod">
          <ac:chgData name="Ye, Xiaomeng" userId="S::xye@berry.edu::e9dfea23-315e-4458-a3dd-dbb675ea709b" providerId="AD" clId="Web-{A61959FF-1ADF-C4FA-CAF6-619EB3824064}" dt="2025-08-13T23:47:23.487" v="8" actId="20577"/>
          <ac:spMkLst>
            <pc:docMk/>
            <pc:sldMk cId="4264752923" sldId="298"/>
            <ac:spMk id="8" creationId="{772143B9-C4FB-A27B-F621-D9AC8DB7DC60}"/>
          </ac:spMkLst>
        </pc:spChg>
      </pc:sldChg>
    </pc:docChg>
  </pc:docChgLst>
  <pc:docChgLst>
    <pc:chgData name="Ye, Xiaomeng" userId="S::xye@berry.edu::e9dfea23-315e-4458-a3dd-dbb675ea709b" providerId="AD" clId="Web-{18B2C32F-A70E-F9AE-F649-ACA94FD3B3B5}"/>
    <pc:docChg chg="addSld modSld">
      <pc:chgData name="Ye, Xiaomeng" userId="S::xye@berry.edu::e9dfea23-315e-4458-a3dd-dbb675ea709b" providerId="AD" clId="Web-{18B2C32F-A70E-F9AE-F649-ACA94FD3B3B5}" dt="2024-06-21T15:57:33.250" v="401" actId="20577"/>
      <pc:docMkLst>
        <pc:docMk/>
      </pc:docMkLst>
      <pc:sldChg chg="modSp modCm">
        <pc:chgData name="Ye, Xiaomeng" userId="S::xye@berry.edu::e9dfea23-315e-4458-a3dd-dbb675ea709b" providerId="AD" clId="Web-{18B2C32F-A70E-F9AE-F649-ACA94FD3B3B5}" dt="2024-06-21T15:55:08.370" v="368" actId="20577"/>
        <pc:sldMkLst>
          <pc:docMk/>
          <pc:sldMk cId="4189702568" sldId="28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Ye, Xiaomeng" userId="S::xye@berry.edu::e9dfea23-315e-4458-a3dd-dbb675ea709b" providerId="AD" clId="Web-{18B2C32F-A70E-F9AE-F649-ACA94FD3B3B5}" dt="2024-06-21T15:54:14.681" v="364"/>
              <pc2:cmMkLst xmlns:pc2="http://schemas.microsoft.com/office/powerpoint/2019/9/main/command">
                <pc:docMk/>
                <pc:sldMk cId="4189702568" sldId="286"/>
                <pc2:cmMk id="{84E055F7-913E-4FF0-87D9-2908B6FB9C9B}"/>
              </pc2:cmMkLst>
              <pc226:cmRplyChg chg="add">
                <pc226:chgData name="Ye, Xiaomeng" userId="S::xye@berry.edu::e9dfea23-315e-4458-a3dd-dbb675ea709b" providerId="AD" clId="Web-{18B2C32F-A70E-F9AE-F649-ACA94FD3B3B5}" dt="2024-06-21T15:54:14.681" v="364"/>
                <pc2:cmRplyMkLst xmlns:pc2="http://schemas.microsoft.com/office/powerpoint/2019/9/main/command">
                  <pc:docMk/>
                  <pc:sldMk cId="4189702568" sldId="286"/>
                  <pc2:cmMk id="{84E055F7-913E-4FF0-87D9-2908B6FB9C9B}"/>
                  <pc2:cmRplyMk id="{AC851C75-976E-4933-8427-3B5E3D59FC2C}"/>
                </pc2:cmRplyMkLst>
              </pc226:cmRplyChg>
              <pc226:cmRplyChg chg="add">
                <pc226:chgData name="Ye, Xiaomeng" userId="S::xye@berry.edu::e9dfea23-315e-4458-a3dd-dbb675ea709b" providerId="AD" clId="Web-{18B2C32F-A70E-F9AE-F649-ACA94FD3B3B5}" dt="2024-06-21T15:46:25.868" v="120"/>
                <pc2:cmRplyMkLst xmlns:pc2="http://schemas.microsoft.com/office/powerpoint/2019/9/main/command">
                  <pc:docMk/>
                  <pc:sldMk cId="4189702568" sldId="286"/>
                  <pc2:cmMk id="{84E055F7-913E-4FF0-87D9-2908B6FB9C9B}"/>
                  <pc2:cmRplyMk id="{1D7E82B9-F265-4D8F-80F4-215046EB16F8}"/>
                </pc2:cmRplyMkLst>
              </pc226:cmRplyChg>
            </pc226:cmChg>
          </p:ext>
        </pc:extLst>
      </pc:sldChg>
      <pc:sldChg chg="modSp modCm">
        <pc:chgData name="Ye, Xiaomeng" userId="S::xye@berry.edu::e9dfea23-315e-4458-a3dd-dbb675ea709b" providerId="AD" clId="Web-{18B2C32F-A70E-F9AE-F649-ACA94FD3B3B5}" dt="2024-06-21T15:57:33.250" v="401" actId="20577"/>
        <pc:sldMkLst>
          <pc:docMk/>
          <pc:sldMk cId="1131729627" sldId="28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Ye, Xiaomeng" userId="S::xye@berry.edu::e9dfea23-315e-4458-a3dd-dbb675ea709b" providerId="AD" clId="Web-{18B2C32F-A70E-F9AE-F649-ACA94FD3B3B5}" dt="2024-06-21T15:57:31.188" v="400"/>
              <pc2:cmMkLst xmlns:pc2="http://schemas.microsoft.com/office/powerpoint/2019/9/main/command">
                <pc:docMk/>
                <pc:sldMk cId="1131729627" sldId="287"/>
                <pc2:cmMk id="{10E59932-DCFD-457C-B107-080BF9DA73FF}"/>
              </pc2:cmMkLst>
              <pc226:cmRplyChg chg="add">
                <pc226:chgData name="Ye, Xiaomeng" userId="S::xye@berry.edu::e9dfea23-315e-4458-a3dd-dbb675ea709b" providerId="AD" clId="Web-{18B2C32F-A70E-F9AE-F649-ACA94FD3B3B5}" dt="2024-06-21T15:57:31.188" v="400"/>
                <pc2:cmRplyMkLst xmlns:pc2="http://schemas.microsoft.com/office/powerpoint/2019/9/main/command">
                  <pc:docMk/>
                  <pc:sldMk cId="1131729627" sldId="287"/>
                  <pc2:cmMk id="{10E59932-DCFD-457C-B107-080BF9DA73FF}"/>
                  <pc2:cmRplyMk id="{92BEA712-4E9E-480C-8C41-82AA146ADCD5}"/>
                </pc2:cmRplyMkLst>
              </pc226:cmRplyChg>
            </pc226:cmChg>
            <pc226:cmChg xmlns:pc226="http://schemas.microsoft.com/office/powerpoint/2022/06/main/command" chg="mod">
              <pc226:chgData name="Ye, Xiaomeng" userId="S::xye@berry.edu::e9dfea23-315e-4458-a3dd-dbb675ea709b" providerId="AD" clId="Web-{18B2C32F-A70E-F9AE-F649-ACA94FD3B3B5}" dt="2024-06-21T15:57:26.188" v="399" actId="20577"/>
              <pc2:cmMkLst xmlns:pc2="http://schemas.microsoft.com/office/powerpoint/2019/9/main/command">
                <pc:docMk/>
                <pc:sldMk cId="1131729627" sldId="287"/>
                <pc2:cmMk id="{05812196-EF49-4D65-97CB-D7800634461E}"/>
              </pc2:cmMkLst>
              <pc226:cmRplyChg chg="add mod">
                <pc226:chgData name="Ye, Xiaomeng" userId="S::xye@berry.edu::e9dfea23-315e-4458-a3dd-dbb675ea709b" providerId="AD" clId="Web-{18B2C32F-A70E-F9AE-F649-ACA94FD3B3B5}" dt="2024-06-21T15:56:21.388" v="370"/>
                <pc2:cmRplyMkLst xmlns:pc2="http://schemas.microsoft.com/office/powerpoint/2019/9/main/command">
                  <pc:docMk/>
                  <pc:sldMk cId="1131729627" sldId="287"/>
                  <pc2:cmMk id="{05812196-EF49-4D65-97CB-D7800634461E}"/>
                  <pc2:cmRplyMk id="{7BCEF945-8D85-41A7-AF99-0BC5F02013F8}"/>
                </pc2:cmRplyMkLst>
              </pc226:cmRplyChg>
            </pc226:cmChg>
          </p:ext>
        </pc:extLst>
      </pc:sldChg>
      <pc:sldChg chg="modSp new">
        <pc:chgData name="Ye, Xiaomeng" userId="S::xye@berry.edu::e9dfea23-315e-4458-a3dd-dbb675ea709b" providerId="AD" clId="Web-{18B2C32F-A70E-F9AE-F649-ACA94FD3B3B5}" dt="2024-06-21T15:53:45.805" v="363" actId="20577"/>
        <pc:sldMkLst>
          <pc:docMk/>
          <pc:sldMk cId="2534786673" sldId="294"/>
        </pc:sldMkLst>
      </pc:sldChg>
    </pc:docChg>
  </pc:docChgLst>
  <pc:docChgLst>
    <pc:chgData name="leake@indiana.edu" userId="S::urn:spo:guest#leake@indiana.edu::" providerId="AD" clId="Web-{9FE6A8F9-1C1A-3F44-3D9A-42A8ED0612E6}"/>
    <pc:docChg chg="addSld modSld">
      <pc:chgData name="leake@indiana.edu" userId="S::urn:spo:guest#leake@indiana.edu::" providerId="AD" clId="Web-{9FE6A8F9-1C1A-3F44-3D9A-42A8ED0612E6}" dt="2024-06-20T19:24:56.585" v="797"/>
      <pc:docMkLst>
        <pc:docMk/>
      </pc:docMkLst>
      <pc:sldChg chg="modSp new addCm">
        <pc:chgData name="leake@indiana.edu" userId="S::urn:spo:guest#leake@indiana.edu::" providerId="AD" clId="Web-{9FE6A8F9-1C1A-3F44-3D9A-42A8ED0612E6}" dt="2024-06-20T19:24:56.585" v="797"/>
        <pc:sldMkLst>
          <pc:docMk/>
          <pc:sldMk cId="1229690806" sldId="291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leake@indiana.edu" userId="S::urn:spo:guest#leake@indiana.edu::" providerId="AD" clId="Web-{9FE6A8F9-1C1A-3F44-3D9A-42A8ED0612E6}" dt="2024-06-20T19:24:56.585" v="797"/>
              <pc2:cmMkLst xmlns:pc2="http://schemas.microsoft.com/office/powerpoint/2019/9/main/command">
                <pc:docMk/>
                <pc:sldMk cId="1229690806" sldId="291"/>
                <pc2:cmMk id="{D1FACD27-E34A-4A59-9CF2-1B5292E72666}"/>
              </pc2:cmMkLst>
            </pc226:cmChg>
          </p:ext>
        </pc:extLst>
      </pc:sldChg>
    </pc:docChg>
  </pc:docChgLst>
  <pc:docChgLst>
    <pc:chgData name="leake@indiana.edu" userId="S::urn:spo:guest#leake@indiana.edu::" providerId="AD" clId="Web-{6ABED852-0965-FFBF-1E70-77265C92586F}"/>
    <pc:docChg chg="addSld modSld">
      <pc:chgData name="leake@indiana.edu" userId="S::urn:spo:guest#leake@indiana.edu::" providerId="AD" clId="Web-{6ABED852-0965-FFBF-1E70-77265C92586F}" dt="2024-07-01T17:33:43.233" v="147"/>
      <pc:docMkLst>
        <pc:docMk/>
      </pc:docMkLst>
      <pc:sldChg chg="addSp delSp modSp addAnim delAnim modAnim">
        <pc:chgData name="leake@indiana.edu" userId="S::urn:spo:guest#leake@indiana.edu::" providerId="AD" clId="Web-{6ABED852-0965-FFBF-1E70-77265C92586F}" dt="2024-07-01T17:33:43.233" v="147"/>
        <pc:sldMkLst>
          <pc:docMk/>
          <pc:sldMk cId="1764297785" sldId="257"/>
        </pc:sldMkLst>
      </pc:sldChg>
      <pc:sldChg chg="modSp new">
        <pc:chgData name="leake@indiana.edu" userId="S::urn:spo:guest#leake@indiana.edu::" providerId="AD" clId="Web-{6ABED852-0965-FFBF-1E70-77265C92586F}" dt="2024-07-01T17:10:30.464" v="107" actId="20577"/>
        <pc:sldMkLst>
          <pc:docMk/>
          <pc:sldMk cId="4293937717" sldId="297"/>
        </pc:sldMkLst>
      </pc:sldChg>
    </pc:docChg>
  </pc:docChgLst>
  <pc:docChgLst>
    <pc:chgData name="leake@indiana.edu" userId="S::urn:spo:guest#leake@indiana.edu::" providerId="AD" clId="Web-{283FC556-8488-9EDB-47A3-7C990627BE21}"/>
    <pc:docChg chg="modSld">
      <pc:chgData name="leake@indiana.edu" userId="S::urn:spo:guest#leake@indiana.edu::" providerId="AD" clId="Web-{283FC556-8488-9EDB-47A3-7C990627BE21}" dt="2024-06-25T02:42:17.899" v="383" actId="20577"/>
      <pc:docMkLst>
        <pc:docMk/>
      </pc:docMkLst>
      <pc:sldChg chg="modSp">
        <pc:chgData name="leake@indiana.edu" userId="S::urn:spo:guest#leake@indiana.edu::" providerId="AD" clId="Web-{283FC556-8488-9EDB-47A3-7C990627BE21}" dt="2024-06-25T01:23:26.066" v="1"/>
        <pc:sldMkLst>
          <pc:docMk/>
          <pc:sldMk cId="4198021123" sldId="256"/>
        </pc:sldMkLst>
      </pc:sldChg>
      <pc:sldChg chg="addSp modSp">
        <pc:chgData name="leake@indiana.edu" userId="S::urn:spo:guest#leake@indiana.edu::" providerId="AD" clId="Web-{283FC556-8488-9EDB-47A3-7C990627BE21}" dt="2024-06-25T01:35:45.004" v="9" actId="14100"/>
        <pc:sldMkLst>
          <pc:docMk/>
          <pc:sldMk cId="1764297785" sldId="257"/>
        </pc:sldMkLst>
      </pc:sldChg>
      <pc:sldChg chg="modSp">
        <pc:chgData name="leake@indiana.edu" userId="S::urn:spo:guest#leake@indiana.edu::" providerId="AD" clId="Web-{283FC556-8488-9EDB-47A3-7C990627BE21}" dt="2024-06-25T01:52:07.751" v="36" actId="20577"/>
        <pc:sldMkLst>
          <pc:docMk/>
          <pc:sldMk cId="725056272" sldId="260"/>
        </pc:sldMkLst>
      </pc:sldChg>
      <pc:sldChg chg="modSp">
        <pc:chgData name="leake@indiana.edu" userId="S::urn:spo:guest#leake@indiana.edu::" providerId="AD" clId="Web-{283FC556-8488-9EDB-47A3-7C990627BE21}" dt="2024-06-25T02:15:04.301" v="239" actId="20577"/>
        <pc:sldMkLst>
          <pc:docMk/>
          <pc:sldMk cId="659677053" sldId="261"/>
        </pc:sldMkLst>
      </pc:sldChg>
      <pc:sldChg chg="addSp modSp modCm">
        <pc:chgData name="leake@indiana.edu" userId="S::urn:spo:guest#leake@indiana.edu::" providerId="AD" clId="Web-{283FC556-8488-9EDB-47A3-7C990627BE21}" dt="2024-06-25T02:42:17.899" v="383" actId="20577"/>
        <pc:sldMkLst>
          <pc:docMk/>
          <pc:sldMk cId="2281576576" sldId="26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leake@indiana.edu" userId="S::urn:spo:guest#leake@indiana.edu::" providerId="AD" clId="Web-{283FC556-8488-9EDB-47A3-7C990627BE21}" dt="2024-06-25T02:40:54.178" v="370" actId="20577"/>
              <pc2:cmMkLst xmlns:pc2="http://schemas.microsoft.com/office/powerpoint/2019/9/main/command">
                <pc:docMk/>
                <pc:sldMk cId="2281576576" sldId="262"/>
                <pc2:cmMk id="{4AD70651-AC46-4970-86D2-B4AA05545D8E}"/>
              </pc2:cmMkLst>
            </pc226:cmChg>
          </p:ext>
        </pc:extLst>
      </pc:sldChg>
      <pc:sldChg chg="modSp">
        <pc:chgData name="leake@indiana.edu" userId="S::urn:spo:guest#leake@indiana.edu::" providerId="AD" clId="Web-{283FC556-8488-9EDB-47A3-7C990627BE21}" dt="2024-06-25T01:40:14.619" v="25" actId="20577"/>
        <pc:sldMkLst>
          <pc:docMk/>
          <pc:sldMk cId="2988885124" sldId="282"/>
        </pc:sldMkLst>
      </pc:sldChg>
      <pc:sldChg chg="addSp delSp modSp">
        <pc:chgData name="leake@indiana.edu" userId="S::urn:spo:guest#leake@indiana.edu::" providerId="AD" clId="Web-{283FC556-8488-9EDB-47A3-7C990627BE21}" dt="2024-06-25T01:40:44.980" v="27" actId="1076"/>
        <pc:sldMkLst>
          <pc:docMk/>
          <pc:sldMk cId="1344788423" sldId="289"/>
        </pc:sldMkLst>
      </pc:sldChg>
    </pc:docChg>
  </pc:docChgLst>
  <pc:docChgLst>
    <pc:chgData name="leake@indiana.edu" userId="S::urn:spo:guest#leake@indiana.edu::" providerId="AD" clId="Web-{9A95F54E-BA3E-66F9-A4D1-0E659430FEEB}"/>
    <pc:docChg chg="addSld modSld">
      <pc:chgData name="leake@indiana.edu" userId="S::urn:spo:guest#leake@indiana.edu::" providerId="AD" clId="Web-{9A95F54E-BA3E-66F9-A4D1-0E659430FEEB}" dt="2024-06-19T20:33:28.251" v="533" actId="20577"/>
      <pc:docMkLst>
        <pc:docMk/>
      </pc:docMkLst>
      <pc:sldChg chg="addSp delSp modSp">
        <pc:chgData name="leake@indiana.edu" userId="S::urn:spo:guest#leake@indiana.edu::" providerId="AD" clId="Web-{9A95F54E-BA3E-66F9-A4D1-0E659430FEEB}" dt="2024-06-19T20:13:06.037" v="247" actId="14100"/>
        <pc:sldMkLst>
          <pc:docMk/>
          <pc:sldMk cId="4198021123" sldId="256"/>
        </pc:sldMkLst>
      </pc:sldChg>
      <pc:sldChg chg="modSp">
        <pc:chgData name="leake@indiana.edu" userId="S::urn:spo:guest#leake@indiana.edu::" providerId="AD" clId="Web-{9A95F54E-BA3E-66F9-A4D1-0E659430FEEB}" dt="2024-06-19T20:14:35.727" v="257" actId="20577"/>
        <pc:sldMkLst>
          <pc:docMk/>
          <pc:sldMk cId="1764297785" sldId="257"/>
        </pc:sldMkLst>
      </pc:sldChg>
      <pc:sldChg chg="addCm">
        <pc:chgData name="leake@indiana.edu" userId="S::urn:spo:guest#leake@indiana.edu::" providerId="AD" clId="Web-{9A95F54E-BA3E-66F9-A4D1-0E659430FEEB}" dt="2024-06-19T20:18:21.200" v="297"/>
        <pc:sldMkLst>
          <pc:docMk/>
          <pc:sldMk cId="2590686842" sldId="25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leake@indiana.edu" userId="S::urn:spo:guest#leake@indiana.edu::" providerId="AD" clId="Web-{9A95F54E-BA3E-66F9-A4D1-0E659430FEEB}" dt="2024-06-19T20:18:21.200" v="297"/>
              <pc2:cmMkLst xmlns:pc2="http://schemas.microsoft.com/office/powerpoint/2019/9/main/command">
                <pc:docMk/>
                <pc:sldMk cId="2590686842" sldId="258"/>
                <pc2:cmMk id="{86027EB9-5DAE-43BA-94DF-DB44B1E1F24B}"/>
              </pc2:cmMkLst>
            </pc226:cmChg>
          </p:ext>
        </pc:extLst>
      </pc:sldChg>
      <pc:sldChg chg="modSp">
        <pc:chgData name="leake@indiana.edu" userId="S::urn:spo:guest#leake@indiana.edu::" providerId="AD" clId="Web-{9A95F54E-BA3E-66F9-A4D1-0E659430FEEB}" dt="2024-06-19T20:25:59.929" v="393" actId="20577"/>
        <pc:sldMkLst>
          <pc:docMk/>
          <pc:sldMk cId="659677053" sldId="261"/>
        </pc:sldMkLst>
      </pc:sldChg>
      <pc:sldChg chg="modSp addCm modCm">
        <pc:chgData name="leake@indiana.edu" userId="S::urn:spo:guest#leake@indiana.edu::" providerId="AD" clId="Web-{9A95F54E-BA3E-66F9-A4D1-0E659430FEEB}" dt="2024-06-19T20:31:17.529" v="495" actId="20577"/>
        <pc:sldMkLst>
          <pc:docMk/>
          <pc:sldMk cId="2281576576" sldId="26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leake@indiana.edu" userId="S::urn:spo:guest#leake@indiana.edu::" providerId="AD" clId="Web-{9A95F54E-BA3E-66F9-A4D1-0E659430FEEB}" dt="2024-06-19T20:31:17.529" v="495" actId="20577"/>
              <pc2:cmMkLst xmlns:pc2="http://schemas.microsoft.com/office/powerpoint/2019/9/main/command">
                <pc:docMk/>
                <pc:sldMk cId="2281576576" sldId="262"/>
                <pc2:cmMk id="{4AD70651-AC46-4970-86D2-B4AA05545D8E}"/>
              </pc2:cmMkLst>
            </pc226:cmChg>
          </p:ext>
        </pc:extLst>
      </pc:sldChg>
      <pc:sldChg chg="modSp">
        <pc:chgData name="leake@indiana.edu" userId="S::urn:spo:guest#leake@indiana.edu::" providerId="AD" clId="Web-{9A95F54E-BA3E-66F9-A4D1-0E659430FEEB}" dt="2024-06-19T20:33:28.251" v="533" actId="20577"/>
        <pc:sldMkLst>
          <pc:docMk/>
          <pc:sldMk cId="1416125810" sldId="263"/>
        </pc:sldMkLst>
      </pc:sldChg>
      <pc:sldChg chg="modSp addCm">
        <pc:chgData name="leake@indiana.edu" userId="S::urn:spo:guest#leake@indiana.edu::" providerId="AD" clId="Web-{9A95F54E-BA3E-66F9-A4D1-0E659430FEEB}" dt="2024-06-19T19:02:10.568" v="64" actId="20577"/>
        <pc:sldMkLst>
          <pc:docMk/>
          <pc:sldMk cId="2541881691" sldId="27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leake@indiana.edu" userId="S::urn:spo:guest#leake@indiana.edu::" providerId="AD" clId="Web-{9A95F54E-BA3E-66F9-A4D1-0E659430FEEB}" dt="2024-06-19T19:01:52.193" v="63"/>
              <pc2:cmMkLst xmlns:pc2="http://schemas.microsoft.com/office/powerpoint/2019/9/main/command">
                <pc:docMk/>
                <pc:sldMk cId="2541881691" sldId="275"/>
                <pc2:cmMk id="{DB36D90B-2987-4EA5-A487-6A9D218BFEFE}"/>
              </pc2:cmMkLst>
            </pc226:cmChg>
          </p:ext>
        </pc:extLst>
      </pc:sldChg>
      <pc:sldChg chg="modSp">
        <pc:chgData name="leake@indiana.edu" userId="S::urn:spo:guest#leake@indiana.edu::" providerId="AD" clId="Web-{9A95F54E-BA3E-66F9-A4D1-0E659430FEEB}" dt="2024-06-19T19:04:06.880" v="73" actId="20577"/>
        <pc:sldMkLst>
          <pc:docMk/>
          <pc:sldMk cId="3881168703" sldId="276"/>
        </pc:sldMkLst>
      </pc:sldChg>
      <pc:sldChg chg="modSp modCm">
        <pc:chgData name="leake@indiana.edu" userId="S::urn:spo:guest#leake@indiana.edu::" providerId="AD" clId="Web-{9A95F54E-BA3E-66F9-A4D1-0E659430FEEB}" dt="2024-06-19T18:58:43.444" v="55" actId="20577"/>
        <pc:sldMkLst>
          <pc:docMk/>
          <pc:sldMk cId="1318958884" sldId="27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leake@indiana.edu" userId="S::urn:spo:guest#leake@indiana.edu::" providerId="AD" clId="Web-{9A95F54E-BA3E-66F9-A4D1-0E659430FEEB}" dt="2024-06-19T18:58:40.507" v="54" actId="20577"/>
              <pc2:cmMkLst xmlns:pc2="http://schemas.microsoft.com/office/powerpoint/2019/9/main/command">
                <pc:docMk/>
                <pc:sldMk cId="1318958884" sldId="277"/>
                <pc2:cmMk id="{9ABBDAA9-30DD-49FE-9E51-981AC49D93BE}"/>
              </pc2:cmMkLst>
            </pc226:cmChg>
          </p:ext>
        </pc:extLst>
      </pc:sldChg>
      <pc:sldChg chg="modSp addCm modCm">
        <pc:chgData name="leake@indiana.edu" userId="S::urn:spo:guest#leake@indiana.edu::" providerId="AD" clId="Web-{9A95F54E-BA3E-66F9-A4D1-0E659430FEEB}" dt="2024-06-19T19:07:49.207" v="114" actId="20577"/>
        <pc:sldMkLst>
          <pc:docMk/>
          <pc:sldMk cId="1716170550" sldId="27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leake@indiana.edu" userId="S::urn:spo:guest#leake@indiana.edu::" providerId="AD" clId="Web-{9A95F54E-BA3E-66F9-A4D1-0E659430FEEB}" dt="2024-06-19T19:07:45.301" v="113" actId="20577"/>
              <pc2:cmMkLst xmlns:pc2="http://schemas.microsoft.com/office/powerpoint/2019/9/main/command">
                <pc:docMk/>
                <pc:sldMk cId="1716170550" sldId="278"/>
                <pc2:cmMk id="{780364D9-D54E-41AF-9D22-5C1503570A8A}"/>
              </pc2:cmMkLst>
            </pc226:cmChg>
          </p:ext>
        </pc:extLst>
      </pc:sldChg>
      <pc:sldChg chg="modSp">
        <pc:chgData name="leake@indiana.edu" userId="S::urn:spo:guest#leake@indiana.edu::" providerId="AD" clId="Web-{9A95F54E-BA3E-66F9-A4D1-0E659430FEEB}" dt="2024-06-19T19:04:29.458" v="77" actId="20577"/>
        <pc:sldMkLst>
          <pc:docMk/>
          <pc:sldMk cId="276476231" sldId="279"/>
        </pc:sldMkLst>
      </pc:sldChg>
      <pc:sldChg chg="modSp addCm modCm">
        <pc:chgData name="leake@indiana.edu" userId="S::urn:spo:guest#leake@indiana.edu::" providerId="AD" clId="Web-{9A95F54E-BA3E-66F9-A4D1-0E659430FEEB}" dt="2024-06-19T19:19:19.829" v="125" actId="20577"/>
        <pc:sldMkLst>
          <pc:docMk/>
          <pc:sldMk cId="1629162292" sldId="28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leake@indiana.edu" userId="S::urn:spo:guest#leake@indiana.edu::" providerId="AD" clId="Web-{9A95F54E-BA3E-66F9-A4D1-0E659430FEEB}" dt="2024-06-19T19:19:09.032" v="124"/>
              <pc2:cmMkLst xmlns:pc2="http://schemas.microsoft.com/office/powerpoint/2019/9/main/command">
                <pc:docMk/>
                <pc:sldMk cId="1629162292" sldId="280"/>
                <pc2:cmMk id="{A77045B4-6E68-4B59-8E17-4CB86BD09A49}"/>
              </pc2:cmMkLst>
            </pc226:cmChg>
            <pc226:cmChg xmlns:pc226="http://schemas.microsoft.com/office/powerpoint/2022/06/main/command" chg="mod">
              <pc226:chgData name="leake@indiana.edu" userId="S::urn:spo:guest#leake@indiana.edu::" providerId="AD" clId="Web-{9A95F54E-BA3E-66F9-A4D1-0E659430FEEB}" dt="2024-06-19T19:17:56.611" v="123" actId="20577"/>
              <pc2:cmMkLst xmlns:pc2="http://schemas.microsoft.com/office/powerpoint/2019/9/main/command">
                <pc:docMk/>
                <pc:sldMk cId="1629162292" sldId="280"/>
                <pc2:cmMk id="{56550DE3-04DC-49F0-8DE6-480E4D9A29F9}"/>
              </pc2:cmMkLst>
            </pc226:cmChg>
          </p:ext>
        </pc:extLst>
      </pc:sldChg>
      <pc:sldChg chg="modSp">
        <pc:chgData name="leake@indiana.edu" userId="S::urn:spo:guest#leake@indiana.edu::" providerId="AD" clId="Web-{9A95F54E-BA3E-66F9-A4D1-0E659430FEEB}" dt="2024-06-19T19:20:03.110" v="128" actId="20577"/>
        <pc:sldMkLst>
          <pc:docMk/>
          <pc:sldMk cId="4176753681" sldId="281"/>
        </pc:sldMkLst>
      </pc:sldChg>
      <pc:sldChg chg="modSp">
        <pc:chgData name="leake@indiana.edu" userId="S::urn:spo:guest#leake@indiana.edu::" providerId="AD" clId="Web-{9A95F54E-BA3E-66F9-A4D1-0E659430FEEB}" dt="2024-06-19T20:17:42.199" v="296" actId="20577"/>
        <pc:sldMkLst>
          <pc:docMk/>
          <pc:sldMk cId="2988885124" sldId="282"/>
        </pc:sldMkLst>
      </pc:sldChg>
      <pc:sldChg chg="modSp addCm modCm">
        <pc:chgData name="leake@indiana.edu" userId="S::urn:spo:guest#leake@indiana.edu::" providerId="AD" clId="Web-{9A95F54E-BA3E-66F9-A4D1-0E659430FEEB}" dt="2024-06-19T19:33:03.216" v="163" actId="20577"/>
        <pc:sldMkLst>
          <pc:docMk/>
          <pc:sldMk cId="1272162176" sldId="28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leake@indiana.edu" userId="S::urn:spo:guest#leake@indiana.edu::" providerId="AD" clId="Web-{9A95F54E-BA3E-66F9-A4D1-0E659430FEEB}" dt="2024-06-19T19:21:02.625" v="129"/>
              <pc2:cmMkLst xmlns:pc2="http://schemas.microsoft.com/office/powerpoint/2019/9/main/command">
                <pc:docMk/>
                <pc:sldMk cId="1272162176" sldId="284"/>
                <pc2:cmMk id="{47CBD4C6-5E74-4529-AFDC-418259BE5E0C}"/>
              </pc2:cmMkLst>
            </pc226:cmChg>
            <pc226:cmChg xmlns:pc226="http://schemas.microsoft.com/office/powerpoint/2022/06/main/command" chg="mod">
              <pc226:chgData name="leake@indiana.edu" userId="S::urn:spo:guest#leake@indiana.edu::" providerId="AD" clId="Web-{9A95F54E-BA3E-66F9-A4D1-0E659430FEEB}" dt="2024-06-19T19:22:36.453" v="162" actId="20577"/>
              <pc2:cmMkLst xmlns:pc2="http://schemas.microsoft.com/office/powerpoint/2019/9/main/command">
                <pc:docMk/>
                <pc:sldMk cId="1272162176" sldId="284"/>
                <pc2:cmMk id="{896213D1-8CC9-4297-ACE1-CB807FE76F1D}"/>
              </pc2:cmMkLst>
            </pc226:cmChg>
          </p:ext>
        </pc:extLst>
      </pc:sldChg>
      <pc:sldChg chg="modSp modCm">
        <pc:chgData name="leake@indiana.edu" userId="S::urn:spo:guest#leake@indiana.edu::" providerId="AD" clId="Web-{9A95F54E-BA3E-66F9-A4D1-0E659430FEEB}" dt="2024-06-19T19:35:34.637" v="188" actId="20577"/>
        <pc:sldMkLst>
          <pc:docMk/>
          <pc:sldMk cId="4189702568" sldId="28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leake@indiana.edu" userId="S::urn:spo:guest#leake@indiana.edu::" providerId="AD" clId="Web-{9A95F54E-BA3E-66F9-A4D1-0E659430FEEB}" dt="2024-06-19T19:35:31.543" v="187"/>
              <pc2:cmMkLst xmlns:pc2="http://schemas.microsoft.com/office/powerpoint/2019/9/main/command">
                <pc:docMk/>
                <pc:sldMk cId="4189702568" sldId="286"/>
                <pc2:cmMk id="{84E055F7-913E-4FF0-87D9-2908B6FB9C9B}"/>
              </pc2:cmMkLst>
            </pc226:cmChg>
          </p:ext>
        </pc:extLst>
      </pc:sldChg>
      <pc:sldChg chg="modSp addCm">
        <pc:chgData name="leake@indiana.edu" userId="S::urn:spo:guest#leake@indiana.edu::" providerId="AD" clId="Web-{9A95F54E-BA3E-66F9-A4D1-0E659430FEEB}" dt="2024-06-19T19:41:59.495" v="223"/>
        <pc:sldMkLst>
          <pc:docMk/>
          <pc:sldMk cId="1131729627" sldId="28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leake@indiana.edu" userId="S::urn:spo:guest#leake@indiana.edu::" providerId="AD" clId="Web-{9A95F54E-BA3E-66F9-A4D1-0E659430FEEB}" dt="2024-06-19T19:41:59.495" v="223"/>
              <pc2:cmMkLst xmlns:pc2="http://schemas.microsoft.com/office/powerpoint/2019/9/main/command">
                <pc:docMk/>
                <pc:sldMk cId="1131729627" sldId="287"/>
                <pc2:cmMk id="{10E59932-DCFD-457C-B107-080BF9DA73FF}"/>
              </pc2:cmMkLst>
            </pc226:cmChg>
            <pc226:cmChg xmlns:pc226="http://schemas.microsoft.com/office/powerpoint/2022/06/main/command" chg="add">
              <pc226:chgData name="leake@indiana.edu" userId="S::urn:spo:guest#leake@indiana.edu::" providerId="AD" clId="Web-{9A95F54E-BA3E-66F9-A4D1-0E659430FEEB}" dt="2024-06-19T19:41:06.057" v="222"/>
              <pc2:cmMkLst xmlns:pc2="http://schemas.microsoft.com/office/powerpoint/2019/9/main/command">
                <pc:docMk/>
                <pc:sldMk cId="1131729627" sldId="287"/>
                <pc2:cmMk id="{05812196-EF49-4D65-97CB-D7800634461E}"/>
              </pc2:cmMkLst>
            </pc226:cmChg>
          </p:ext>
        </pc:extLst>
      </pc:sldChg>
      <pc:sldChg chg="modSp new">
        <pc:chgData name="leake@indiana.edu" userId="S::urn:spo:guest#leake@indiana.edu::" providerId="AD" clId="Web-{9A95F54E-BA3E-66F9-A4D1-0E659430FEEB}" dt="2024-06-19T20:16:02.244" v="276" actId="20577"/>
        <pc:sldMkLst>
          <pc:docMk/>
          <pc:sldMk cId="315975493" sldId="288"/>
        </pc:sldMkLst>
      </pc:sldChg>
      <pc:sldChg chg="modSp new">
        <pc:chgData name="leake@indiana.edu" userId="S::urn:spo:guest#leake@indiana.edu::" providerId="AD" clId="Web-{9A95F54E-BA3E-66F9-A4D1-0E659430FEEB}" dt="2024-06-19T20:16:24.573" v="283" actId="20577"/>
        <pc:sldMkLst>
          <pc:docMk/>
          <pc:sldMk cId="1344788423" sldId="289"/>
        </pc:sldMkLst>
      </pc:sldChg>
      <pc:sldChg chg="modSp new">
        <pc:chgData name="leake@indiana.edu" userId="S::urn:spo:guest#leake@indiana.edu::" providerId="AD" clId="Web-{9A95F54E-BA3E-66F9-A4D1-0E659430FEEB}" dt="2024-06-19T20:16:47.229" v="287" actId="20577"/>
        <pc:sldMkLst>
          <pc:docMk/>
          <pc:sldMk cId="3986679523" sldId="290"/>
        </pc:sldMkLst>
      </pc:sldChg>
    </pc:docChg>
  </pc:docChgLst>
  <pc:docChgLst>
    <pc:chgData name="leake@indiana.edu" userId="S::urn:spo:guest#leake@indiana.edu::" providerId="AD" clId="Web-{4EB28056-9C2E-7680-1242-F72408EA1FF5}"/>
    <pc:docChg chg="addSld modSld">
      <pc:chgData name="leake@indiana.edu" userId="S::urn:spo:guest#leake@indiana.edu::" providerId="AD" clId="Web-{4EB28056-9C2E-7680-1242-F72408EA1FF5}" dt="2024-06-30T21:02:44.299" v="108" actId="20577"/>
      <pc:docMkLst>
        <pc:docMk/>
      </pc:docMkLst>
      <pc:sldChg chg="mod modShow">
        <pc:chgData name="leake@indiana.edu" userId="S::urn:spo:guest#leake@indiana.edu::" providerId="AD" clId="Web-{4EB28056-9C2E-7680-1242-F72408EA1FF5}" dt="2024-06-30T20:47:37.346" v="0"/>
        <pc:sldMkLst>
          <pc:docMk/>
          <pc:sldMk cId="1229690806" sldId="291"/>
        </pc:sldMkLst>
      </pc:sldChg>
      <pc:sldChg chg="modSp add mod replId modShow">
        <pc:chgData name="leake@indiana.edu" userId="S::urn:spo:guest#leake@indiana.edu::" providerId="AD" clId="Web-{4EB28056-9C2E-7680-1242-F72408EA1FF5}" dt="2024-06-30T21:02:44.299" v="108" actId="20577"/>
        <pc:sldMkLst>
          <pc:docMk/>
          <pc:sldMk cId="4243348653" sldId="296"/>
        </pc:sldMkLst>
      </pc:sldChg>
    </pc:docChg>
  </pc:docChgLst>
  <pc:docChgLst>
    <pc:chgData name="leake@indiana.edu" userId="S::urn:spo:guest#leake@indiana.edu::" providerId="AD" clId="Web-{CADD77DC-930C-4B91-7E38-682780FB1866}"/>
    <pc:docChg chg="modSld">
      <pc:chgData name="leake@indiana.edu" userId="S::urn:spo:guest#leake@indiana.edu::" providerId="AD" clId="Web-{CADD77DC-930C-4B91-7E38-682780FB1866}" dt="2024-06-29T21:55:45.949" v="101" actId="20577"/>
      <pc:docMkLst>
        <pc:docMk/>
      </pc:docMkLst>
      <pc:sldChg chg="modSp">
        <pc:chgData name="leake@indiana.edu" userId="S::urn:spo:guest#leake@indiana.edu::" providerId="AD" clId="Web-{CADD77DC-930C-4B91-7E38-682780FB1866}" dt="2024-06-29T21:10:41.085" v="33" actId="20577"/>
        <pc:sldMkLst>
          <pc:docMk/>
          <pc:sldMk cId="1764297785" sldId="257"/>
        </pc:sldMkLst>
      </pc:sldChg>
      <pc:sldChg chg="modSp">
        <pc:chgData name="leake@indiana.edu" userId="S::urn:spo:guest#leake@indiana.edu::" providerId="AD" clId="Web-{CADD77DC-930C-4B91-7E38-682780FB1866}" dt="2024-06-29T21:12:27.120" v="63" actId="20577"/>
        <pc:sldMkLst>
          <pc:docMk/>
          <pc:sldMk cId="725056272" sldId="260"/>
        </pc:sldMkLst>
      </pc:sldChg>
      <pc:sldChg chg="modSp">
        <pc:chgData name="leake@indiana.edu" userId="S::urn:spo:guest#leake@indiana.edu::" providerId="AD" clId="Web-{CADD77DC-930C-4B91-7E38-682780FB1866}" dt="2024-06-29T21:55:45.949" v="101" actId="20577"/>
        <pc:sldMkLst>
          <pc:docMk/>
          <pc:sldMk cId="659677053" sldId="261"/>
        </pc:sldMkLst>
      </pc:sldChg>
    </pc:docChg>
  </pc:docChgLst>
  <pc:docChgLst>
    <pc:chgData name="leake@indiana.edu" userId="S::urn:spo:guest#leake@indiana.edu::" providerId="AD" clId="Web-{951824F9-065A-609D-16BB-52630FC189DB}"/>
    <pc:docChg chg="modSld">
      <pc:chgData name="leake@indiana.edu" userId="S::urn:spo:guest#leake@indiana.edu::" providerId="AD" clId="Web-{951824F9-065A-609D-16BB-52630FC189DB}" dt="2024-05-28T20:40:22.005" v="2" actId="20577"/>
      <pc:docMkLst>
        <pc:docMk/>
      </pc:docMkLst>
      <pc:sldChg chg="modSp">
        <pc:chgData name="leake@indiana.edu" userId="S::urn:spo:guest#leake@indiana.edu::" providerId="AD" clId="Web-{951824F9-065A-609D-16BB-52630FC189DB}" dt="2024-05-28T20:40:22.005" v="2" actId="20577"/>
        <pc:sldMkLst>
          <pc:docMk/>
          <pc:sldMk cId="2988885124" sldId="282"/>
        </pc:sldMkLst>
      </pc:sldChg>
    </pc:docChg>
  </pc:docChgLst>
  <pc:docChgLst>
    <pc:chgData name="Ye, Xiaomeng" userId="S::xye@berry.edu::e9dfea23-315e-4458-a3dd-dbb675ea709b" providerId="AD" clId="Web-{8B84128D-4F94-DBC7-D268-6AF70FC26F29}"/>
    <pc:docChg chg="addSld delSld modSld sldOrd">
      <pc:chgData name="Ye, Xiaomeng" userId="S::xye@berry.edu::e9dfea23-315e-4458-a3dd-dbb675ea709b" providerId="AD" clId="Web-{8B84128D-4F94-DBC7-D268-6AF70FC26F29}" dt="2025-08-18T01:18:15.716" v="1179" actId="20577"/>
      <pc:docMkLst>
        <pc:docMk/>
      </pc:docMkLst>
      <pc:sldChg chg="modSp">
        <pc:chgData name="Ye, Xiaomeng" userId="S::xye@berry.edu::e9dfea23-315e-4458-a3dd-dbb675ea709b" providerId="AD" clId="Web-{8B84128D-4F94-DBC7-D268-6AF70FC26F29}" dt="2025-08-18T00:43:08.663" v="1030" actId="14100"/>
        <pc:sldMkLst>
          <pc:docMk/>
          <pc:sldMk cId="4198021123" sldId="256"/>
        </pc:sldMkLst>
        <pc:spChg chg="mod">
          <ac:chgData name="Ye, Xiaomeng" userId="S::xye@berry.edu::e9dfea23-315e-4458-a3dd-dbb675ea709b" providerId="AD" clId="Web-{8B84128D-4F94-DBC7-D268-6AF70FC26F29}" dt="2025-08-18T00:43:08.663" v="1030" actId="14100"/>
          <ac:spMkLst>
            <pc:docMk/>
            <pc:sldMk cId="4198021123" sldId="256"/>
            <ac:spMk id="3" creationId="{56FCDA19-506F-86CE-4481-C4328F97B51C}"/>
          </ac:spMkLst>
        </pc:spChg>
      </pc:sldChg>
      <pc:sldChg chg="modSp del">
        <pc:chgData name="Ye, Xiaomeng" userId="S::xye@berry.edu::e9dfea23-315e-4458-a3dd-dbb675ea709b" providerId="AD" clId="Web-{8B84128D-4F94-DBC7-D268-6AF70FC26F29}" dt="2025-08-17T20:33:22.262" v="437"/>
        <pc:sldMkLst>
          <pc:docMk/>
          <pc:sldMk cId="1764297785" sldId="257"/>
        </pc:sldMkLst>
      </pc:sldChg>
      <pc:sldChg chg="modSp">
        <pc:chgData name="Ye, Xiaomeng" userId="S::xye@berry.edu::e9dfea23-315e-4458-a3dd-dbb675ea709b" providerId="AD" clId="Web-{8B84128D-4F94-DBC7-D268-6AF70FC26F29}" dt="2025-08-18T00:41:53.208" v="1001" actId="20577"/>
        <pc:sldMkLst>
          <pc:docMk/>
          <pc:sldMk cId="2590686842" sldId="258"/>
        </pc:sldMkLst>
        <pc:spChg chg="mod">
          <ac:chgData name="Ye, Xiaomeng" userId="S::xye@berry.edu::e9dfea23-315e-4458-a3dd-dbb675ea709b" providerId="AD" clId="Web-{8B84128D-4F94-DBC7-D268-6AF70FC26F29}" dt="2025-08-18T00:41:53.208" v="1001" actId="20577"/>
          <ac:spMkLst>
            <pc:docMk/>
            <pc:sldMk cId="2590686842" sldId="258"/>
            <ac:spMk id="3" creationId="{6C2846B4-7E65-EE07-6FE8-072AFEDFBDF3}"/>
          </ac:spMkLst>
        </pc:spChg>
      </pc:sldChg>
      <pc:sldChg chg="modSp modCm">
        <pc:chgData name="Ye, Xiaomeng" userId="S::xye@berry.edu::e9dfea23-315e-4458-a3dd-dbb675ea709b" providerId="AD" clId="Web-{8B84128D-4F94-DBC7-D268-6AF70FC26F29}" dt="2025-08-17T13:04:24.053" v="17" actId="20577"/>
        <pc:sldMkLst>
          <pc:docMk/>
          <pc:sldMk cId="2231896775" sldId="259"/>
        </pc:sldMkLst>
        <pc:spChg chg="mod">
          <ac:chgData name="Ye, Xiaomeng" userId="S::xye@berry.edu::e9dfea23-315e-4458-a3dd-dbb675ea709b" providerId="AD" clId="Web-{8B84128D-4F94-DBC7-D268-6AF70FC26F29}" dt="2025-08-17T13:04:24.053" v="17" actId="20577"/>
          <ac:spMkLst>
            <pc:docMk/>
            <pc:sldMk cId="2231896775" sldId="259"/>
            <ac:spMk id="3" creationId="{73137C07-2981-DA35-DCE3-9EAB21D0618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Ye, Xiaomeng" userId="S::xye@berry.edu::e9dfea23-315e-4458-a3dd-dbb675ea709b" providerId="AD" clId="Web-{8B84128D-4F94-DBC7-D268-6AF70FC26F29}" dt="2025-08-17T13:02:34.441" v="11" actId="20577"/>
              <pc2:cmMkLst xmlns:pc2="http://schemas.microsoft.com/office/powerpoint/2019/9/main/command">
                <pc:docMk/>
                <pc:sldMk cId="2231896775" sldId="259"/>
                <pc2:cmMk id="{6C1DE095-3937-4D36-8E80-650804E59344}"/>
              </pc2:cmMkLst>
            </pc226:cmChg>
          </p:ext>
        </pc:extLst>
      </pc:sldChg>
      <pc:sldChg chg="mod modShow">
        <pc:chgData name="Ye, Xiaomeng" userId="S::xye@berry.edu::e9dfea23-315e-4458-a3dd-dbb675ea709b" providerId="AD" clId="Web-{8B84128D-4F94-DBC7-D268-6AF70FC26F29}" dt="2025-08-17T20:34:20.826" v="444"/>
        <pc:sldMkLst>
          <pc:docMk/>
          <pc:sldMk cId="725056272" sldId="260"/>
        </pc:sldMkLst>
      </pc:sldChg>
      <pc:sldChg chg="mod modShow">
        <pc:chgData name="Ye, Xiaomeng" userId="S::xye@berry.edu::e9dfea23-315e-4458-a3dd-dbb675ea709b" providerId="AD" clId="Web-{8B84128D-4F94-DBC7-D268-6AF70FC26F29}" dt="2025-08-17T20:34:20.810" v="443"/>
        <pc:sldMkLst>
          <pc:docMk/>
          <pc:sldMk cId="659677053" sldId="261"/>
        </pc:sldMkLst>
      </pc:sldChg>
      <pc:sldChg chg="del">
        <pc:chgData name="Ye, Xiaomeng" userId="S::xye@berry.edu::e9dfea23-315e-4458-a3dd-dbb675ea709b" providerId="AD" clId="Web-{8B84128D-4F94-DBC7-D268-6AF70FC26F29}" dt="2025-08-17T13:37:33.699" v="189"/>
        <pc:sldMkLst>
          <pc:docMk/>
          <pc:sldMk cId="1416125810" sldId="263"/>
        </pc:sldMkLst>
      </pc:sldChg>
      <pc:sldChg chg="modSp modCm">
        <pc:chgData name="Ye, Xiaomeng" userId="S::xye@berry.edu::e9dfea23-315e-4458-a3dd-dbb675ea709b" providerId="AD" clId="Web-{8B84128D-4F94-DBC7-D268-6AF70FC26F29}" dt="2025-08-17T21:18:05.704" v="683" actId="20577"/>
        <pc:sldMkLst>
          <pc:docMk/>
          <pc:sldMk cId="1629162292" sldId="280"/>
        </pc:sldMkLst>
        <pc:spChg chg="mod">
          <ac:chgData name="Ye, Xiaomeng" userId="S::xye@berry.edu::e9dfea23-315e-4458-a3dd-dbb675ea709b" providerId="AD" clId="Web-{8B84128D-4F94-DBC7-D268-6AF70FC26F29}" dt="2025-08-17T21:18:05.704" v="683" actId="20577"/>
          <ac:spMkLst>
            <pc:docMk/>
            <pc:sldMk cId="1629162292" sldId="280"/>
            <ac:spMk id="3" creationId="{2B8BFA15-5D0A-4F09-2F9C-7678D7856C7C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Ye, Xiaomeng" userId="S::xye@berry.edu::e9dfea23-315e-4458-a3dd-dbb675ea709b" providerId="AD" clId="Web-{8B84128D-4F94-DBC7-D268-6AF70FC26F29}" dt="2025-08-17T21:18:05.704" v="683" actId="20577"/>
              <pc2:cmMkLst xmlns:pc2="http://schemas.microsoft.com/office/powerpoint/2019/9/main/command">
                <pc:docMk/>
                <pc:sldMk cId="1629162292" sldId="280"/>
                <pc2:cmMk id="{56550DE3-04DC-49F0-8DE6-480E4D9A29F9}"/>
              </pc2:cmMkLst>
            </pc226:cmChg>
          </p:ext>
        </pc:extLst>
      </pc:sldChg>
      <pc:sldChg chg="modSp">
        <pc:chgData name="Ye, Xiaomeng" userId="S::xye@berry.edu::e9dfea23-315e-4458-a3dd-dbb675ea709b" providerId="AD" clId="Web-{8B84128D-4F94-DBC7-D268-6AF70FC26F29}" dt="2025-08-17T20:58:34.226" v="644" actId="20577"/>
        <pc:sldMkLst>
          <pc:docMk/>
          <pc:sldMk cId="4176753681" sldId="281"/>
        </pc:sldMkLst>
        <pc:spChg chg="mod">
          <ac:chgData name="Ye, Xiaomeng" userId="S::xye@berry.edu::e9dfea23-315e-4458-a3dd-dbb675ea709b" providerId="AD" clId="Web-{8B84128D-4F94-DBC7-D268-6AF70FC26F29}" dt="2025-08-17T20:58:34.226" v="644" actId="20577"/>
          <ac:spMkLst>
            <pc:docMk/>
            <pc:sldMk cId="4176753681" sldId="281"/>
            <ac:spMk id="3" creationId="{509E713F-3104-7E12-62AB-41D35B56FA5F}"/>
          </ac:spMkLst>
        </pc:spChg>
      </pc:sldChg>
      <pc:sldChg chg="addSp modSp mod setBg">
        <pc:chgData name="Ye, Xiaomeng" userId="S::xye@berry.edu::e9dfea23-315e-4458-a3dd-dbb675ea709b" providerId="AD" clId="Web-{8B84128D-4F94-DBC7-D268-6AF70FC26F29}" dt="2025-08-17T21:10:09.993" v="662" actId="20577"/>
        <pc:sldMkLst>
          <pc:docMk/>
          <pc:sldMk cId="2988885124" sldId="282"/>
        </pc:sldMkLst>
        <pc:spChg chg="mod">
          <ac:chgData name="Ye, Xiaomeng" userId="S::xye@berry.edu::e9dfea23-315e-4458-a3dd-dbb675ea709b" providerId="AD" clId="Web-{8B84128D-4F94-DBC7-D268-6AF70FC26F29}" dt="2025-08-17T14:12:48.293" v="269"/>
          <ac:spMkLst>
            <pc:docMk/>
            <pc:sldMk cId="2988885124" sldId="282"/>
            <ac:spMk id="2" creationId="{930E57DF-FDC3-FAB7-BB9A-DF7E58FD6E11}"/>
          </ac:spMkLst>
        </pc:spChg>
        <pc:spChg chg="mod">
          <ac:chgData name="Ye, Xiaomeng" userId="S::xye@berry.edu::e9dfea23-315e-4458-a3dd-dbb675ea709b" providerId="AD" clId="Web-{8B84128D-4F94-DBC7-D268-6AF70FC26F29}" dt="2025-08-17T21:10:09.993" v="662" actId="20577"/>
          <ac:spMkLst>
            <pc:docMk/>
            <pc:sldMk cId="2988885124" sldId="282"/>
            <ac:spMk id="3" creationId="{A823B790-F88A-AB08-1449-79335E3F3D2B}"/>
          </ac:spMkLst>
        </pc:spChg>
        <pc:spChg chg="add">
          <ac:chgData name="Ye, Xiaomeng" userId="S::xye@berry.edu::e9dfea23-315e-4458-a3dd-dbb675ea709b" providerId="AD" clId="Web-{8B84128D-4F94-DBC7-D268-6AF70FC26F29}" dt="2025-08-17T14:12:48.293" v="269"/>
          <ac:spMkLst>
            <pc:docMk/>
            <pc:sldMk cId="2988885124" sldId="282"/>
            <ac:spMk id="9" creationId="{201CC55D-ED54-4C5C-95E6-10947BD1103B}"/>
          </ac:spMkLst>
        </pc:spChg>
        <pc:spChg chg="add">
          <ac:chgData name="Ye, Xiaomeng" userId="S::xye@berry.edu::e9dfea23-315e-4458-a3dd-dbb675ea709b" providerId="AD" clId="Web-{8B84128D-4F94-DBC7-D268-6AF70FC26F29}" dt="2025-08-17T14:12:48.293" v="269"/>
          <ac:spMkLst>
            <pc:docMk/>
            <pc:sldMk cId="2988885124" sldId="282"/>
            <ac:spMk id="15" creationId="{3873B707-463F-40B0-8227-E8CC6C67EB25}"/>
          </ac:spMkLst>
        </pc:spChg>
        <pc:spChg chg="add">
          <ac:chgData name="Ye, Xiaomeng" userId="S::xye@berry.edu::e9dfea23-315e-4458-a3dd-dbb675ea709b" providerId="AD" clId="Web-{8B84128D-4F94-DBC7-D268-6AF70FC26F29}" dt="2025-08-17T14:12:48.293" v="269"/>
          <ac:spMkLst>
            <pc:docMk/>
            <pc:sldMk cId="2988885124" sldId="282"/>
            <ac:spMk id="17" creationId="{C13237C8-E62C-4F0D-A318-BD6FB6C2D138}"/>
          </ac:spMkLst>
        </pc:spChg>
        <pc:spChg chg="add">
          <ac:chgData name="Ye, Xiaomeng" userId="S::xye@berry.edu::e9dfea23-315e-4458-a3dd-dbb675ea709b" providerId="AD" clId="Web-{8B84128D-4F94-DBC7-D268-6AF70FC26F29}" dt="2025-08-17T14:12:48.293" v="269"/>
          <ac:spMkLst>
            <pc:docMk/>
            <pc:sldMk cId="2988885124" sldId="282"/>
            <ac:spMk id="19" creationId="{19C9EAEA-39D0-4B0E-A0EB-51E7B26740B1}"/>
          </ac:spMkLst>
        </pc:spChg>
        <pc:grpChg chg="add">
          <ac:chgData name="Ye, Xiaomeng" userId="S::xye@berry.edu::e9dfea23-315e-4458-a3dd-dbb675ea709b" providerId="AD" clId="Web-{8B84128D-4F94-DBC7-D268-6AF70FC26F29}" dt="2025-08-17T14:12:48.293" v="269"/>
          <ac:grpSpMkLst>
            <pc:docMk/>
            <pc:sldMk cId="2988885124" sldId="282"/>
            <ac:grpSpMk id="11" creationId="{1DE889C7-FAD6-4397-98E2-05D503484459}"/>
          </ac:grpSpMkLst>
        </pc:grpChg>
        <pc:picChg chg="add mod">
          <ac:chgData name="Ye, Xiaomeng" userId="S::xye@berry.edu::e9dfea23-315e-4458-a3dd-dbb675ea709b" providerId="AD" clId="Web-{8B84128D-4F94-DBC7-D268-6AF70FC26F29}" dt="2025-08-17T14:12:48.293" v="269"/>
          <ac:picMkLst>
            <pc:docMk/>
            <pc:sldMk cId="2988885124" sldId="282"/>
            <ac:picMk id="4" creationId="{5EC90603-AFCA-9BCF-1BC3-D7D150C9B01C}"/>
          </ac:picMkLst>
        </pc:picChg>
      </pc:sldChg>
      <pc:sldChg chg="modSp modCm">
        <pc:chgData name="Ye, Xiaomeng" userId="S::xye@berry.edu::e9dfea23-315e-4458-a3dd-dbb675ea709b" providerId="AD" clId="Web-{8B84128D-4F94-DBC7-D268-6AF70FC26F29}" dt="2025-08-17T21:01:35.043" v="649" actId="20577"/>
        <pc:sldMkLst>
          <pc:docMk/>
          <pc:sldMk cId="1272162176" sldId="284"/>
        </pc:sldMkLst>
        <pc:spChg chg="mod">
          <ac:chgData name="Ye, Xiaomeng" userId="S::xye@berry.edu::e9dfea23-315e-4458-a3dd-dbb675ea709b" providerId="AD" clId="Web-{8B84128D-4F94-DBC7-D268-6AF70FC26F29}" dt="2025-08-17T21:01:35.043" v="649" actId="20577"/>
          <ac:spMkLst>
            <pc:docMk/>
            <pc:sldMk cId="1272162176" sldId="284"/>
            <ac:spMk id="3" creationId="{72BF38D7-0601-861D-DEAE-8AE173ECAD26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Ye, Xiaomeng" userId="S::xye@berry.edu::e9dfea23-315e-4458-a3dd-dbb675ea709b" providerId="AD" clId="Web-{8B84128D-4F94-DBC7-D268-6AF70FC26F29}" dt="2025-08-17T21:01:14.667" v="648" actId="20577"/>
              <pc2:cmMkLst xmlns:pc2="http://schemas.microsoft.com/office/powerpoint/2019/9/main/command">
                <pc:docMk/>
                <pc:sldMk cId="1272162176" sldId="284"/>
                <pc2:cmMk id="{896213D1-8CC9-4297-ACE1-CB807FE76F1D}"/>
              </pc2:cmMkLst>
            </pc226:cmChg>
          </p:ext>
        </pc:extLst>
      </pc:sldChg>
      <pc:sldChg chg="modSp">
        <pc:chgData name="Ye, Xiaomeng" userId="S::xye@berry.edu::e9dfea23-315e-4458-a3dd-dbb675ea709b" providerId="AD" clId="Web-{8B84128D-4F94-DBC7-D268-6AF70FC26F29}" dt="2025-08-18T01:16:48.632" v="1157" actId="20577"/>
        <pc:sldMkLst>
          <pc:docMk/>
          <pc:sldMk cId="4189702568" sldId="286"/>
        </pc:sldMkLst>
        <pc:spChg chg="mod">
          <ac:chgData name="Ye, Xiaomeng" userId="S::xye@berry.edu::e9dfea23-315e-4458-a3dd-dbb675ea709b" providerId="AD" clId="Web-{8B84128D-4F94-DBC7-D268-6AF70FC26F29}" dt="2025-08-17T13:24:10.933" v="100" actId="20577"/>
          <ac:spMkLst>
            <pc:docMk/>
            <pc:sldMk cId="4189702568" sldId="286"/>
            <ac:spMk id="2" creationId="{EE88C16B-13C5-46EF-BAFA-64FF364E3F33}"/>
          </ac:spMkLst>
        </pc:spChg>
        <pc:spChg chg="mod">
          <ac:chgData name="Ye, Xiaomeng" userId="S::xye@berry.edu::e9dfea23-315e-4458-a3dd-dbb675ea709b" providerId="AD" clId="Web-{8B84128D-4F94-DBC7-D268-6AF70FC26F29}" dt="2025-08-18T01:16:48.632" v="1157" actId="20577"/>
          <ac:spMkLst>
            <pc:docMk/>
            <pc:sldMk cId="4189702568" sldId="286"/>
            <ac:spMk id="3" creationId="{CA48DD96-8FAD-0753-B659-E0A67368D194}"/>
          </ac:spMkLst>
        </pc:spChg>
      </pc:sldChg>
      <pc:sldChg chg="addSp delSp modSp mod setBg">
        <pc:chgData name="Ye, Xiaomeng" userId="S::xye@berry.edu::e9dfea23-315e-4458-a3dd-dbb675ea709b" providerId="AD" clId="Web-{8B84128D-4F94-DBC7-D268-6AF70FC26F29}" dt="2025-08-17T14:22:45.099" v="339" actId="20577"/>
        <pc:sldMkLst>
          <pc:docMk/>
          <pc:sldMk cId="3986679523" sldId="290"/>
        </pc:sldMkLst>
        <pc:spChg chg="mod">
          <ac:chgData name="Ye, Xiaomeng" userId="S::xye@berry.edu::e9dfea23-315e-4458-a3dd-dbb675ea709b" providerId="AD" clId="Web-{8B84128D-4F94-DBC7-D268-6AF70FC26F29}" dt="2025-08-17T14:22:45.099" v="339" actId="20577"/>
          <ac:spMkLst>
            <pc:docMk/>
            <pc:sldMk cId="3986679523" sldId="290"/>
            <ac:spMk id="2" creationId="{6DCFCA39-BCAA-02A8-0DD1-7582E5754C90}"/>
          </ac:spMkLst>
        </pc:spChg>
        <pc:spChg chg="add del">
          <ac:chgData name="Ye, Xiaomeng" userId="S::xye@berry.edu::e9dfea23-315e-4458-a3dd-dbb675ea709b" providerId="AD" clId="Web-{8B84128D-4F94-DBC7-D268-6AF70FC26F29}" dt="2025-08-17T14:21:37.834" v="314"/>
          <ac:spMkLst>
            <pc:docMk/>
            <pc:sldMk cId="3986679523" sldId="290"/>
            <ac:spMk id="10" creationId="{201CC55D-ED54-4C5C-95E6-10947BD1103B}"/>
          </ac:spMkLst>
        </pc:spChg>
        <pc:spChg chg="add del">
          <ac:chgData name="Ye, Xiaomeng" userId="S::xye@berry.edu::e9dfea23-315e-4458-a3dd-dbb675ea709b" providerId="AD" clId="Web-{8B84128D-4F94-DBC7-D268-6AF70FC26F29}" dt="2025-08-17T14:21:37.834" v="314"/>
          <ac:spMkLst>
            <pc:docMk/>
            <pc:sldMk cId="3986679523" sldId="290"/>
            <ac:spMk id="16" creationId="{3873B707-463F-40B0-8227-E8CC6C67EB25}"/>
          </ac:spMkLst>
        </pc:spChg>
        <pc:spChg chg="add del">
          <ac:chgData name="Ye, Xiaomeng" userId="S::xye@berry.edu::e9dfea23-315e-4458-a3dd-dbb675ea709b" providerId="AD" clId="Web-{8B84128D-4F94-DBC7-D268-6AF70FC26F29}" dt="2025-08-17T14:21:37.834" v="314"/>
          <ac:spMkLst>
            <pc:docMk/>
            <pc:sldMk cId="3986679523" sldId="290"/>
            <ac:spMk id="18" creationId="{C13237C8-E62C-4F0D-A318-BD6FB6C2D138}"/>
          </ac:spMkLst>
        </pc:spChg>
        <pc:spChg chg="add del">
          <ac:chgData name="Ye, Xiaomeng" userId="S::xye@berry.edu::e9dfea23-315e-4458-a3dd-dbb675ea709b" providerId="AD" clId="Web-{8B84128D-4F94-DBC7-D268-6AF70FC26F29}" dt="2025-08-17T14:21:37.834" v="314"/>
          <ac:spMkLst>
            <pc:docMk/>
            <pc:sldMk cId="3986679523" sldId="290"/>
            <ac:spMk id="20" creationId="{19C9EAEA-39D0-4B0E-A0EB-51E7B26740B1}"/>
          </ac:spMkLst>
        </pc:spChg>
        <pc:grpChg chg="add">
          <ac:chgData name="Ye, Xiaomeng" userId="S::xye@berry.edu::e9dfea23-315e-4458-a3dd-dbb675ea709b" providerId="AD" clId="Web-{8B84128D-4F94-DBC7-D268-6AF70FC26F29}" dt="2025-08-17T14:18:07.264" v="271"/>
          <ac:grpSpMkLst>
            <pc:docMk/>
            <pc:sldMk cId="3986679523" sldId="290"/>
            <ac:grpSpMk id="12" creationId="{1DE889C7-FAD6-4397-98E2-05D503484459}"/>
          </ac:grpSpMkLst>
        </pc:grpChg>
        <pc:picChg chg="add mod ord">
          <ac:chgData name="Ye, Xiaomeng" userId="S::xye@berry.edu::e9dfea23-315e-4458-a3dd-dbb675ea709b" providerId="AD" clId="Web-{8B84128D-4F94-DBC7-D268-6AF70FC26F29}" dt="2025-08-17T14:21:34.662" v="312"/>
          <ac:picMkLst>
            <pc:docMk/>
            <pc:sldMk cId="3986679523" sldId="290"/>
            <ac:picMk id="5" creationId="{5DED1F7B-8920-5139-2C4B-2A2787C70225}"/>
          </ac:picMkLst>
        </pc:picChg>
        <pc:picChg chg="add mod ord">
          <ac:chgData name="Ye, Xiaomeng" userId="S::xye@berry.edu::e9dfea23-315e-4458-a3dd-dbb675ea709b" providerId="AD" clId="Web-{8B84128D-4F94-DBC7-D268-6AF70FC26F29}" dt="2025-08-17T14:21:43.224" v="315" actId="1076"/>
          <ac:picMkLst>
            <pc:docMk/>
            <pc:sldMk cId="3986679523" sldId="290"/>
            <ac:picMk id="6" creationId="{34691DB1-D732-7310-4CE6-5AE1394AC1BF}"/>
          </ac:picMkLst>
        </pc:picChg>
      </pc:sldChg>
      <pc:sldChg chg="modSp">
        <pc:chgData name="Ye, Xiaomeng" userId="S::xye@berry.edu::e9dfea23-315e-4458-a3dd-dbb675ea709b" providerId="AD" clId="Web-{8B84128D-4F94-DBC7-D268-6AF70FC26F29}" dt="2025-08-17T20:53:33.531" v="635" actId="20577"/>
        <pc:sldMkLst>
          <pc:docMk/>
          <pc:sldMk cId="880561537" sldId="292"/>
        </pc:sldMkLst>
        <pc:spChg chg="mod">
          <ac:chgData name="Ye, Xiaomeng" userId="S::xye@berry.edu::e9dfea23-315e-4458-a3dd-dbb675ea709b" providerId="AD" clId="Web-{8B84128D-4F94-DBC7-D268-6AF70FC26F29}" dt="2025-08-17T20:53:33.531" v="635" actId="20577"/>
          <ac:spMkLst>
            <pc:docMk/>
            <pc:sldMk cId="880561537" sldId="292"/>
            <ac:spMk id="2" creationId="{F3A4E204-4E28-0890-9CC7-FB66FB4A44C3}"/>
          </ac:spMkLst>
        </pc:spChg>
      </pc:sldChg>
      <pc:sldChg chg="del">
        <pc:chgData name="Ye, Xiaomeng" userId="S::xye@berry.edu::e9dfea23-315e-4458-a3dd-dbb675ea709b" providerId="AD" clId="Web-{8B84128D-4F94-DBC7-D268-6AF70FC26F29}" dt="2025-08-17T13:37:33.699" v="190"/>
        <pc:sldMkLst>
          <pc:docMk/>
          <pc:sldMk cId="4243348653" sldId="296"/>
        </pc:sldMkLst>
      </pc:sldChg>
      <pc:sldChg chg="del">
        <pc:chgData name="Ye, Xiaomeng" userId="S::xye@berry.edu::e9dfea23-315e-4458-a3dd-dbb675ea709b" providerId="AD" clId="Web-{8B84128D-4F94-DBC7-D268-6AF70FC26F29}" dt="2025-08-17T13:37:33.699" v="191"/>
        <pc:sldMkLst>
          <pc:docMk/>
          <pc:sldMk cId="4293937717" sldId="297"/>
        </pc:sldMkLst>
      </pc:sldChg>
      <pc:sldChg chg="addSp modSp addAnim">
        <pc:chgData name="Ye, Xiaomeng" userId="S::xye@berry.edu::e9dfea23-315e-4458-a3dd-dbb675ea709b" providerId="AD" clId="Web-{8B84128D-4F94-DBC7-D268-6AF70FC26F29}" dt="2025-08-17T13:35:54.509" v="188" actId="14100"/>
        <pc:sldMkLst>
          <pc:docMk/>
          <pc:sldMk cId="4264752923" sldId="298"/>
        </pc:sldMkLst>
        <pc:spChg chg="mod">
          <ac:chgData name="Ye, Xiaomeng" userId="S::xye@berry.edu::e9dfea23-315e-4458-a3dd-dbb675ea709b" providerId="AD" clId="Web-{8B84128D-4F94-DBC7-D268-6AF70FC26F29}" dt="2025-08-17T13:08:55.342" v="23" actId="20577"/>
          <ac:spMkLst>
            <pc:docMk/>
            <pc:sldMk cId="4264752923" sldId="298"/>
            <ac:spMk id="8" creationId="{772143B9-C4FB-A27B-F621-D9AC8DB7DC60}"/>
          </ac:spMkLst>
        </pc:spChg>
        <pc:picChg chg="add mod">
          <ac:chgData name="Ye, Xiaomeng" userId="S::xye@berry.edu::e9dfea23-315e-4458-a3dd-dbb675ea709b" providerId="AD" clId="Web-{8B84128D-4F94-DBC7-D268-6AF70FC26F29}" dt="2025-08-17T13:35:54.509" v="188" actId="14100"/>
          <ac:picMkLst>
            <pc:docMk/>
            <pc:sldMk cId="4264752923" sldId="298"/>
            <ac:picMk id="5" creationId="{C1721ED7-35EB-5BEF-029F-BA8BE7FEB467}"/>
          </ac:picMkLst>
        </pc:picChg>
      </pc:sldChg>
      <pc:sldChg chg="modSp">
        <pc:chgData name="Ye, Xiaomeng" userId="S::xye@berry.edu::e9dfea23-315e-4458-a3dd-dbb675ea709b" providerId="AD" clId="Web-{8B84128D-4F94-DBC7-D268-6AF70FC26F29}" dt="2025-08-18T00:56:26.201" v="1106"/>
        <pc:sldMkLst>
          <pc:docMk/>
          <pc:sldMk cId="527715389" sldId="310"/>
        </pc:sldMkLst>
        <pc:graphicFrameChg chg="mod modGraphic">
          <ac:chgData name="Ye, Xiaomeng" userId="S::xye@berry.edu::e9dfea23-315e-4458-a3dd-dbb675ea709b" providerId="AD" clId="Web-{8B84128D-4F94-DBC7-D268-6AF70FC26F29}" dt="2025-08-18T00:56:26.201" v="1106"/>
          <ac:graphicFrameMkLst>
            <pc:docMk/>
            <pc:sldMk cId="527715389" sldId="310"/>
            <ac:graphicFrameMk id="5" creationId="{58086383-C661-FD35-EB06-D75839EB369B}"/>
          </ac:graphicFrameMkLst>
        </pc:graphicFrameChg>
      </pc:sldChg>
      <pc:sldChg chg="modSp">
        <pc:chgData name="Ye, Xiaomeng" userId="S::xye@berry.edu::e9dfea23-315e-4458-a3dd-dbb675ea709b" providerId="AD" clId="Web-{8B84128D-4F94-DBC7-D268-6AF70FC26F29}" dt="2025-08-17T21:15:44.170" v="670" actId="20577"/>
        <pc:sldMkLst>
          <pc:docMk/>
          <pc:sldMk cId="736352309" sldId="311"/>
        </pc:sldMkLst>
        <pc:spChg chg="mod">
          <ac:chgData name="Ye, Xiaomeng" userId="S::xye@berry.edu::e9dfea23-315e-4458-a3dd-dbb675ea709b" providerId="AD" clId="Web-{8B84128D-4F94-DBC7-D268-6AF70FC26F29}" dt="2025-08-17T21:15:44.170" v="670" actId="20577"/>
          <ac:spMkLst>
            <pc:docMk/>
            <pc:sldMk cId="736352309" sldId="311"/>
            <ac:spMk id="2" creationId="{D813C557-4355-33F6-E6B6-393D6582C26B}"/>
          </ac:spMkLst>
        </pc:spChg>
        <pc:spChg chg="mod">
          <ac:chgData name="Ye, Xiaomeng" userId="S::xye@berry.edu::e9dfea23-315e-4458-a3dd-dbb675ea709b" providerId="AD" clId="Web-{8B84128D-4F94-DBC7-D268-6AF70FC26F29}" dt="2025-08-17T20:49:16.882" v="617" actId="20577"/>
          <ac:spMkLst>
            <pc:docMk/>
            <pc:sldMk cId="736352309" sldId="311"/>
            <ac:spMk id="3" creationId="{4C867266-937E-7C75-2615-F70431143E2C}"/>
          </ac:spMkLst>
        </pc:spChg>
      </pc:sldChg>
      <pc:sldChg chg="modSp mod modShow">
        <pc:chgData name="Ye, Xiaomeng" userId="S::xye@berry.edu::e9dfea23-315e-4458-a3dd-dbb675ea709b" providerId="AD" clId="Web-{8B84128D-4F94-DBC7-D268-6AF70FC26F29}" dt="2025-08-17T20:50:45.387" v="618"/>
        <pc:sldMkLst>
          <pc:docMk/>
          <pc:sldMk cId="3126336258" sldId="313"/>
        </pc:sldMkLst>
        <pc:spChg chg="mod">
          <ac:chgData name="Ye, Xiaomeng" userId="S::xye@berry.edu::e9dfea23-315e-4458-a3dd-dbb675ea709b" providerId="AD" clId="Web-{8B84128D-4F94-DBC7-D268-6AF70FC26F29}" dt="2025-08-17T20:45:12.784" v="502" actId="20577"/>
          <ac:spMkLst>
            <pc:docMk/>
            <pc:sldMk cId="3126336258" sldId="313"/>
            <ac:spMk id="3" creationId="{FF94CD2B-1A5D-E2DF-556F-9E7DFEEFB539}"/>
          </ac:spMkLst>
        </pc:spChg>
      </pc:sldChg>
      <pc:sldChg chg="modSp">
        <pc:chgData name="Ye, Xiaomeng" userId="S::xye@berry.edu::e9dfea23-315e-4458-a3dd-dbb675ea709b" providerId="AD" clId="Web-{8B84128D-4F94-DBC7-D268-6AF70FC26F29}" dt="2025-08-18T01:01:27.269" v="1122" actId="20577"/>
        <pc:sldMkLst>
          <pc:docMk/>
          <pc:sldMk cId="317080048" sldId="319"/>
        </pc:sldMkLst>
        <pc:spChg chg="mod">
          <ac:chgData name="Ye, Xiaomeng" userId="S::xye@berry.edu::e9dfea23-315e-4458-a3dd-dbb675ea709b" providerId="AD" clId="Web-{8B84128D-4F94-DBC7-D268-6AF70FC26F29}" dt="2025-08-18T01:01:27.269" v="1122" actId="20577"/>
          <ac:spMkLst>
            <pc:docMk/>
            <pc:sldMk cId="317080048" sldId="319"/>
            <ac:spMk id="3" creationId="{910C2293-D2BB-C3BD-B08A-CCCF557EB6A4}"/>
          </ac:spMkLst>
        </pc:spChg>
        <pc:picChg chg="mod">
          <ac:chgData name="Ye, Xiaomeng" userId="S::xye@berry.edu::e9dfea23-315e-4458-a3dd-dbb675ea709b" providerId="AD" clId="Web-{8B84128D-4F94-DBC7-D268-6AF70FC26F29}" dt="2025-08-17T20:51:20.810" v="622" actId="1076"/>
          <ac:picMkLst>
            <pc:docMk/>
            <pc:sldMk cId="317080048" sldId="319"/>
            <ac:picMk id="5" creationId="{1784575C-22D8-AED0-8955-B430AE4CE774}"/>
          </ac:picMkLst>
        </pc:picChg>
      </pc:sldChg>
      <pc:sldChg chg="modSp">
        <pc:chgData name="Ye, Xiaomeng" userId="S::xye@berry.edu::e9dfea23-315e-4458-a3dd-dbb675ea709b" providerId="AD" clId="Web-{8B84128D-4F94-DBC7-D268-6AF70FC26F29}" dt="2025-08-17T21:01:53.480" v="651" actId="20577"/>
        <pc:sldMkLst>
          <pc:docMk/>
          <pc:sldMk cId="1539557568" sldId="320"/>
        </pc:sldMkLst>
        <pc:spChg chg="mod">
          <ac:chgData name="Ye, Xiaomeng" userId="S::xye@berry.edu::e9dfea23-315e-4458-a3dd-dbb675ea709b" providerId="AD" clId="Web-{8B84128D-4F94-DBC7-D268-6AF70FC26F29}" dt="2025-08-17T21:01:53.480" v="651" actId="20577"/>
          <ac:spMkLst>
            <pc:docMk/>
            <pc:sldMk cId="1539557568" sldId="320"/>
            <ac:spMk id="3" creationId="{72BF38D7-0601-861D-DEAE-8AE173ECAD26}"/>
          </ac:spMkLst>
        </pc:spChg>
      </pc:sldChg>
      <pc:sldChg chg="modSp mod ord modShow">
        <pc:chgData name="Ye, Xiaomeng" userId="S::xye@berry.edu::e9dfea23-315e-4458-a3dd-dbb675ea709b" providerId="AD" clId="Web-{8B84128D-4F94-DBC7-D268-6AF70FC26F29}" dt="2025-08-17T21:31:20.327" v="962"/>
        <pc:sldMkLst>
          <pc:docMk/>
          <pc:sldMk cId="3249526950" sldId="323"/>
        </pc:sldMkLst>
        <pc:spChg chg="mod">
          <ac:chgData name="Ye, Xiaomeng" userId="S::xye@berry.edu::e9dfea23-315e-4458-a3dd-dbb675ea709b" providerId="AD" clId="Web-{8B84128D-4F94-DBC7-D268-6AF70FC26F29}" dt="2025-08-17T13:19:42.800" v="29" actId="20577"/>
          <ac:spMkLst>
            <pc:docMk/>
            <pc:sldMk cId="3249526950" sldId="323"/>
            <ac:spMk id="2" creationId="{03E1028A-7862-8151-68D2-F742CCA3AADF}"/>
          </ac:spMkLst>
        </pc:spChg>
      </pc:sldChg>
      <pc:sldChg chg="modSp mod ord modShow">
        <pc:chgData name="Ye, Xiaomeng" userId="S::xye@berry.edu::e9dfea23-315e-4458-a3dd-dbb675ea709b" providerId="AD" clId="Web-{8B84128D-4F94-DBC7-D268-6AF70FC26F29}" dt="2025-08-17T21:31:20.327" v="961"/>
        <pc:sldMkLst>
          <pc:docMk/>
          <pc:sldMk cId="3677817656" sldId="324"/>
        </pc:sldMkLst>
        <pc:spChg chg="mod">
          <ac:chgData name="Ye, Xiaomeng" userId="S::xye@berry.edu::e9dfea23-315e-4458-a3dd-dbb675ea709b" providerId="AD" clId="Web-{8B84128D-4F94-DBC7-D268-6AF70FC26F29}" dt="2025-08-17T21:03:03.654" v="653" actId="20577"/>
          <ac:spMkLst>
            <pc:docMk/>
            <pc:sldMk cId="3677817656" sldId="324"/>
            <ac:spMk id="3" creationId="{7F702CB9-6999-76AE-1172-C011D03C09C3}"/>
          </ac:spMkLst>
        </pc:spChg>
      </pc:sldChg>
      <pc:sldChg chg="modSp new">
        <pc:chgData name="Ye, Xiaomeng" userId="S::xye@berry.edu::e9dfea23-315e-4458-a3dd-dbb675ea709b" providerId="AD" clId="Web-{8B84128D-4F94-DBC7-D268-6AF70FC26F29}" dt="2025-08-17T21:25:12.626" v="728" actId="20577"/>
        <pc:sldMkLst>
          <pc:docMk/>
          <pc:sldMk cId="3177089" sldId="325"/>
        </pc:sldMkLst>
        <pc:spChg chg="mod">
          <ac:chgData name="Ye, Xiaomeng" userId="S::xye@berry.edu::e9dfea23-315e-4458-a3dd-dbb675ea709b" providerId="AD" clId="Web-{8B84128D-4F94-DBC7-D268-6AF70FC26F29}" dt="2025-08-17T13:20:16.911" v="38" actId="20577"/>
          <ac:spMkLst>
            <pc:docMk/>
            <pc:sldMk cId="3177089" sldId="325"/>
            <ac:spMk id="2" creationId="{C4003716-DAE9-A1CC-7C6F-BCAF48AEFE90}"/>
          </ac:spMkLst>
        </pc:spChg>
        <pc:spChg chg="mod">
          <ac:chgData name="Ye, Xiaomeng" userId="S::xye@berry.edu::e9dfea23-315e-4458-a3dd-dbb675ea709b" providerId="AD" clId="Web-{8B84128D-4F94-DBC7-D268-6AF70FC26F29}" dt="2025-08-17T21:25:12.626" v="728" actId="20577"/>
          <ac:spMkLst>
            <pc:docMk/>
            <pc:sldMk cId="3177089" sldId="325"/>
            <ac:spMk id="3" creationId="{3294D454-E1C7-9057-B699-6AC94ADC00E2}"/>
          </ac:spMkLst>
        </pc:spChg>
      </pc:sldChg>
      <pc:sldChg chg="modSp new">
        <pc:chgData name="Ye, Xiaomeng" userId="S::xye@berry.edu::e9dfea23-315e-4458-a3dd-dbb675ea709b" providerId="AD" clId="Web-{8B84128D-4F94-DBC7-D268-6AF70FC26F29}" dt="2025-08-18T01:18:15.716" v="1179" actId="20577"/>
        <pc:sldMkLst>
          <pc:docMk/>
          <pc:sldMk cId="4194994066" sldId="326"/>
        </pc:sldMkLst>
        <pc:spChg chg="mod">
          <ac:chgData name="Ye, Xiaomeng" userId="S::xye@berry.edu::e9dfea23-315e-4458-a3dd-dbb675ea709b" providerId="AD" clId="Web-{8B84128D-4F94-DBC7-D268-6AF70FC26F29}" dt="2025-08-17T14:44:47.069" v="408" actId="20577"/>
          <ac:spMkLst>
            <pc:docMk/>
            <pc:sldMk cId="4194994066" sldId="326"/>
            <ac:spMk id="2" creationId="{24DFB320-EE11-9A72-0720-75E9D3BFB764}"/>
          </ac:spMkLst>
        </pc:spChg>
        <pc:spChg chg="mod">
          <ac:chgData name="Ye, Xiaomeng" userId="S::xye@berry.edu::e9dfea23-315e-4458-a3dd-dbb675ea709b" providerId="AD" clId="Web-{8B84128D-4F94-DBC7-D268-6AF70FC26F29}" dt="2025-08-18T01:18:15.716" v="1179" actId="20577"/>
          <ac:spMkLst>
            <pc:docMk/>
            <pc:sldMk cId="4194994066" sldId="326"/>
            <ac:spMk id="3" creationId="{F8352D44-3612-CED1-843B-2DB9E44455FC}"/>
          </ac:spMkLst>
        </pc:spChg>
      </pc:sldChg>
      <pc:sldChg chg="modSp add">
        <pc:chgData name="Ye, Xiaomeng" userId="S::xye@berry.edu::e9dfea23-315e-4458-a3dd-dbb675ea709b" providerId="AD" clId="Web-{8B84128D-4F94-DBC7-D268-6AF70FC26F29}" dt="2025-08-18T01:06:49.906" v="1140"/>
        <pc:sldMkLst>
          <pc:docMk/>
          <pc:sldMk cId="1764297785" sldId="327"/>
        </pc:sldMkLst>
        <pc:spChg chg="mod">
          <ac:chgData name="Ye, Xiaomeng" userId="S::xye@berry.edu::e9dfea23-315e-4458-a3dd-dbb675ea709b" providerId="AD" clId="Web-{8B84128D-4F94-DBC7-D268-6AF70FC26F29}" dt="2025-08-17T20:34:07.950" v="442" actId="20577"/>
          <ac:spMkLst>
            <pc:docMk/>
            <pc:sldMk cId="1764297785" sldId="327"/>
            <ac:spMk id="2" creationId="{C70CDB3D-43EB-46BB-ED81-0B056C3EFEC2}"/>
          </ac:spMkLst>
        </pc:spChg>
        <pc:spChg chg="mod">
          <ac:chgData name="Ye, Xiaomeng" userId="S::xye@berry.edu::e9dfea23-315e-4458-a3dd-dbb675ea709b" providerId="AD" clId="Web-{8B84128D-4F94-DBC7-D268-6AF70FC26F29}" dt="2025-08-17T20:41:04.303" v="496" actId="20577"/>
          <ac:spMkLst>
            <pc:docMk/>
            <pc:sldMk cId="1764297785" sldId="327"/>
            <ac:spMk id="10" creationId="{957692B3-FA67-0686-57F8-181EE76E8848}"/>
          </ac:spMkLst>
        </pc:spChg>
        <pc:graphicFrameChg chg="mod modGraphic">
          <ac:chgData name="Ye, Xiaomeng" userId="S::xye@berry.edu::e9dfea23-315e-4458-a3dd-dbb675ea709b" providerId="AD" clId="Web-{8B84128D-4F94-DBC7-D268-6AF70FC26F29}" dt="2025-08-18T01:06:49.906" v="1140"/>
          <ac:graphicFrameMkLst>
            <pc:docMk/>
            <pc:sldMk cId="1764297785" sldId="327"/>
            <ac:graphicFrameMk id="7" creationId="{161FE0C8-78F4-C459-1D3B-2CB0AF63E417}"/>
          </ac:graphicFrameMkLst>
        </pc:graphicFrameChg>
      </pc:sldChg>
    </pc:docChg>
  </pc:docChgLst>
  <pc:docChgLst>
    <pc:chgData name="leake@indiana.edu" userId="S::urn:spo:guest#leake@indiana.edu::" providerId="AD" clId="Web-{16A8D70F-3631-5667-DE3D-EC5CA608232E}"/>
    <pc:docChg chg="addSld modSld">
      <pc:chgData name="leake@indiana.edu" userId="S::urn:spo:guest#leake@indiana.edu::" providerId="AD" clId="Web-{16A8D70F-3631-5667-DE3D-EC5CA608232E}" dt="2024-06-29T23:07:52.201" v="404" actId="20577"/>
      <pc:docMkLst>
        <pc:docMk/>
      </pc:docMkLst>
      <pc:sldChg chg="modSp">
        <pc:chgData name="leake@indiana.edu" userId="S::urn:spo:guest#leake@indiana.edu::" providerId="AD" clId="Web-{16A8D70F-3631-5667-DE3D-EC5CA608232E}" dt="2024-06-29T22:23:59.154" v="108" actId="20577"/>
        <pc:sldMkLst>
          <pc:docMk/>
          <pc:sldMk cId="1764297785" sldId="257"/>
        </pc:sldMkLst>
      </pc:sldChg>
      <pc:sldChg chg="modSp">
        <pc:chgData name="leake@indiana.edu" userId="S::urn:spo:guest#leake@indiana.edu::" providerId="AD" clId="Web-{16A8D70F-3631-5667-DE3D-EC5CA608232E}" dt="2024-06-29T22:27:54.834" v="146" actId="20577"/>
        <pc:sldMkLst>
          <pc:docMk/>
          <pc:sldMk cId="725056272" sldId="260"/>
        </pc:sldMkLst>
      </pc:sldChg>
      <pc:sldChg chg="modSp">
        <pc:chgData name="leake@indiana.edu" userId="S::urn:spo:guest#leake@indiana.edu::" providerId="AD" clId="Web-{16A8D70F-3631-5667-DE3D-EC5CA608232E}" dt="2024-06-29T22:26:59.114" v="137" actId="20577"/>
        <pc:sldMkLst>
          <pc:docMk/>
          <pc:sldMk cId="659677053" sldId="261"/>
        </pc:sldMkLst>
      </pc:sldChg>
      <pc:sldChg chg="delSp modSp delCm modCm">
        <pc:chgData name="leake@indiana.edu" userId="S::urn:spo:guest#leake@indiana.edu::" providerId="AD" clId="Web-{16A8D70F-3631-5667-DE3D-EC5CA608232E}" dt="2024-06-29T22:43:27.134" v="317"/>
        <pc:sldMkLst>
          <pc:docMk/>
          <pc:sldMk cId="2281576576" sldId="26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leake@indiana.edu" userId="S::urn:spo:guest#leake@indiana.edu::" providerId="AD" clId="Web-{16A8D70F-3631-5667-DE3D-EC5CA608232E}" dt="2024-06-29T22:43:27.134" v="317"/>
              <pc2:cmMkLst xmlns:pc2="http://schemas.microsoft.com/office/powerpoint/2019/9/main/command">
                <pc:docMk/>
                <pc:sldMk cId="2281576576" sldId="262"/>
                <pc2:cmMk id="{4AD70651-AC46-4970-86D2-B4AA05545D8E}"/>
              </pc2:cmMkLst>
            </pc226:cmChg>
          </p:ext>
        </pc:extLst>
      </pc:sldChg>
      <pc:sldChg chg="modSp">
        <pc:chgData name="leake@indiana.edu" userId="S::urn:spo:guest#leake@indiana.edu::" providerId="AD" clId="Web-{16A8D70F-3631-5667-DE3D-EC5CA608232E}" dt="2024-06-29T22:25:39.064" v="115" actId="20577"/>
        <pc:sldMkLst>
          <pc:docMk/>
          <pc:sldMk cId="2988885124" sldId="282"/>
        </pc:sldMkLst>
      </pc:sldChg>
      <pc:sldChg chg="modSp">
        <pc:chgData name="leake@indiana.edu" userId="S::urn:spo:guest#leake@indiana.edu::" providerId="AD" clId="Web-{16A8D70F-3631-5667-DE3D-EC5CA608232E}" dt="2024-06-29T23:07:52.201" v="404" actId="20577"/>
        <pc:sldMkLst>
          <pc:docMk/>
          <pc:sldMk cId="1229690806" sldId="291"/>
        </pc:sldMkLst>
      </pc:sldChg>
      <pc:sldChg chg="modSp new">
        <pc:chgData name="leake@indiana.edu" userId="S::urn:spo:guest#leake@indiana.edu::" providerId="AD" clId="Web-{16A8D70F-3631-5667-DE3D-EC5CA608232E}" dt="2024-06-29T21:57:04.248" v="7" actId="20577"/>
        <pc:sldMkLst>
          <pc:docMk/>
          <pc:sldMk cId="179846729" sldId="295"/>
        </pc:sldMkLst>
      </pc:sldChg>
    </pc:docChg>
  </pc:docChgLst>
  <pc:docChgLst>
    <pc:chgData name="Ye, Xiaomeng" userId="S::xye@berry.edu::e9dfea23-315e-4458-a3dd-dbb675ea709b" providerId="AD" clId="Web-{9259324F-FC96-7A22-37F0-37CA839D4864}"/>
    <pc:docChg chg="addSld delSld modSld">
      <pc:chgData name="Ye, Xiaomeng" userId="S::xye@berry.edu::e9dfea23-315e-4458-a3dd-dbb675ea709b" providerId="AD" clId="Web-{9259324F-FC96-7A22-37F0-37CA839D4864}" dt="2024-05-27T12:29:11.837" v="4157" actId="20577"/>
      <pc:docMkLst>
        <pc:docMk/>
      </pc:docMkLst>
      <pc:sldChg chg="addSp delSp modSp new mod setBg">
        <pc:chgData name="Ye, Xiaomeng" userId="S::xye@berry.edu::e9dfea23-315e-4458-a3dd-dbb675ea709b" providerId="AD" clId="Web-{9259324F-FC96-7A22-37F0-37CA839D4864}" dt="2024-05-27T01:10:31.691" v="18"/>
        <pc:sldMkLst>
          <pc:docMk/>
          <pc:sldMk cId="4198021123" sldId="256"/>
        </pc:sldMkLst>
      </pc:sldChg>
      <pc:sldChg chg="modSp new">
        <pc:chgData name="Ye, Xiaomeng" userId="S::xye@berry.edu::e9dfea23-315e-4458-a3dd-dbb675ea709b" providerId="AD" clId="Web-{9259324F-FC96-7A22-37F0-37CA839D4864}" dt="2024-05-27T08:12:39.362" v="1611" actId="20577"/>
        <pc:sldMkLst>
          <pc:docMk/>
          <pc:sldMk cId="1764297785" sldId="257"/>
        </pc:sldMkLst>
      </pc:sldChg>
      <pc:sldChg chg="addSp modSp new mod setBg">
        <pc:chgData name="Ye, Xiaomeng" userId="S::xye@berry.edu::e9dfea23-315e-4458-a3dd-dbb675ea709b" providerId="AD" clId="Web-{9259324F-FC96-7A22-37F0-37CA839D4864}" dt="2024-05-27T01:19:45.755" v="158" actId="20577"/>
        <pc:sldMkLst>
          <pc:docMk/>
          <pc:sldMk cId="2590686842" sldId="258"/>
        </pc:sldMkLst>
      </pc:sldChg>
      <pc:sldChg chg="addSp modSp new add del mod setBg">
        <pc:chgData name="Ye, Xiaomeng" userId="S::xye@berry.edu::e9dfea23-315e-4458-a3dd-dbb675ea709b" providerId="AD" clId="Web-{9259324F-FC96-7A22-37F0-37CA839D4864}" dt="2024-05-27T01:57:29.717" v="1567" actId="20577"/>
        <pc:sldMkLst>
          <pc:docMk/>
          <pc:sldMk cId="2231896775" sldId="259"/>
        </pc:sldMkLst>
      </pc:sldChg>
      <pc:sldChg chg="modSp new">
        <pc:chgData name="Ye, Xiaomeng" userId="S::xye@berry.edu::e9dfea23-315e-4458-a3dd-dbb675ea709b" providerId="AD" clId="Web-{9259324F-FC96-7A22-37F0-37CA839D4864}" dt="2024-05-27T01:54:44.743" v="1521" actId="20577"/>
        <pc:sldMkLst>
          <pc:docMk/>
          <pc:sldMk cId="725056272" sldId="260"/>
        </pc:sldMkLst>
      </pc:sldChg>
      <pc:sldChg chg="modSp new">
        <pc:chgData name="Ye, Xiaomeng" userId="S::xye@berry.edu::e9dfea23-315e-4458-a3dd-dbb675ea709b" providerId="AD" clId="Web-{9259324F-FC96-7A22-37F0-37CA839D4864}" dt="2024-05-27T01:54:33.759" v="1520" actId="20577"/>
        <pc:sldMkLst>
          <pc:docMk/>
          <pc:sldMk cId="659677053" sldId="261"/>
        </pc:sldMkLst>
      </pc:sldChg>
      <pc:sldChg chg="modSp add replId">
        <pc:chgData name="Ye, Xiaomeng" userId="S::xye@berry.edu::e9dfea23-315e-4458-a3dd-dbb675ea709b" providerId="AD" clId="Web-{9259324F-FC96-7A22-37F0-37CA839D4864}" dt="2024-05-27T08:15:26.790" v="1706" actId="20577"/>
        <pc:sldMkLst>
          <pc:docMk/>
          <pc:sldMk cId="2281576576" sldId="262"/>
        </pc:sldMkLst>
      </pc:sldChg>
      <pc:sldChg chg="modSp new">
        <pc:chgData name="Ye, Xiaomeng" userId="S::xye@berry.edu::e9dfea23-315e-4458-a3dd-dbb675ea709b" providerId="AD" clId="Web-{9259324F-FC96-7A22-37F0-37CA839D4864}" dt="2024-05-27T01:54:09.805" v="1519" actId="20577"/>
        <pc:sldMkLst>
          <pc:docMk/>
          <pc:sldMk cId="1416125810" sldId="263"/>
        </pc:sldMkLst>
      </pc:sldChg>
      <pc:sldChg chg="addSp modSp new">
        <pc:chgData name="Ye, Xiaomeng" userId="S::xye@berry.edu::e9dfea23-315e-4458-a3dd-dbb675ea709b" providerId="AD" clId="Web-{9259324F-FC96-7A22-37F0-37CA839D4864}" dt="2024-05-27T02:02:31.571" v="1607" actId="1076"/>
        <pc:sldMkLst>
          <pc:docMk/>
          <pc:sldMk cId="1945263603" sldId="264"/>
        </pc:sldMkLst>
      </pc:sldChg>
      <pc:sldChg chg="addSp delSp modSp add replId">
        <pc:chgData name="Ye, Xiaomeng" userId="S::xye@berry.edu::e9dfea23-315e-4458-a3dd-dbb675ea709b" providerId="AD" clId="Web-{9259324F-FC96-7A22-37F0-37CA839D4864}" dt="2024-05-27T08:23:34.401" v="1747" actId="20577"/>
        <pc:sldMkLst>
          <pc:docMk/>
          <pc:sldMk cId="3848823059" sldId="265"/>
        </pc:sldMkLst>
      </pc:sldChg>
      <pc:sldChg chg="addSp modSp add replId">
        <pc:chgData name="Ye, Xiaomeng" userId="S::xye@berry.edu::e9dfea23-315e-4458-a3dd-dbb675ea709b" providerId="AD" clId="Web-{9259324F-FC96-7A22-37F0-37CA839D4864}" dt="2024-05-27T08:35:10.411" v="1971"/>
        <pc:sldMkLst>
          <pc:docMk/>
          <pc:sldMk cId="959618595" sldId="266"/>
        </pc:sldMkLst>
      </pc:sldChg>
      <pc:sldChg chg="addSp modSp add replId">
        <pc:chgData name="Ye, Xiaomeng" userId="S::xye@berry.edu::e9dfea23-315e-4458-a3dd-dbb675ea709b" providerId="AD" clId="Web-{9259324F-FC96-7A22-37F0-37CA839D4864}" dt="2024-05-27T08:38:07.339" v="2017" actId="20577"/>
        <pc:sldMkLst>
          <pc:docMk/>
          <pc:sldMk cId="1657267016" sldId="267"/>
        </pc:sldMkLst>
      </pc:sldChg>
      <pc:sldChg chg="add del replId">
        <pc:chgData name="Ye, Xiaomeng" userId="S::xye@berry.edu::e9dfea23-315e-4458-a3dd-dbb675ea709b" providerId="AD" clId="Web-{9259324F-FC96-7A22-37F0-37CA839D4864}" dt="2024-05-27T08:40:53.033" v="2097"/>
        <pc:sldMkLst>
          <pc:docMk/>
          <pc:sldMk cId="840318151" sldId="268"/>
        </pc:sldMkLst>
      </pc:sldChg>
      <pc:sldChg chg="addSp delSp modSp add replId">
        <pc:chgData name="Ye, Xiaomeng" userId="S::xye@berry.edu::e9dfea23-315e-4458-a3dd-dbb675ea709b" providerId="AD" clId="Web-{9259324F-FC96-7A22-37F0-37CA839D4864}" dt="2024-05-27T08:24:25.794" v="1750"/>
        <pc:sldMkLst>
          <pc:docMk/>
          <pc:sldMk cId="1722546881" sldId="269"/>
        </pc:sldMkLst>
      </pc:sldChg>
      <pc:sldChg chg="addSp delSp modSp add replId">
        <pc:chgData name="Ye, Xiaomeng" userId="S::xye@berry.edu::e9dfea23-315e-4458-a3dd-dbb675ea709b" providerId="AD" clId="Web-{9259324F-FC96-7A22-37F0-37CA839D4864}" dt="2024-05-27T08:32:58.281" v="1907"/>
        <pc:sldMkLst>
          <pc:docMk/>
          <pc:sldMk cId="169548117" sldId="270"/>
        </pc:sldMkLst>
      </pc:sldChg>
      <pc:sldChg chg="addSp delSp modSp add replId">
        <pc:chgData name="Ye, Xiaomeng" userId="S::xye@berry.edu::e9dfea23-315e-4458-a3dd-dbb675ea709b" providerId="AD" clId="Web-{9259324F-FC96-7A22-37F0-37CA839D4864}" dt="2024-05-27T08:33:11.688" v="1911"/>
        <pc:sldMkLst>
          <pc:docMk/>
          <pc:sldMk cId="331433254" sldId="271"/>
        </pc:sldMkLst>
      </pc:sldChg>
      <pc:sldChg chg="add del replId">
        <pc:chgData name="Ye, Xiaomeng" userId="S::xye@berry.edu::e9dfea23-315e-4458-a3dd-dbb675ea709b" providerId="AD" clId="Web-{9259324F-FC96-7A22-37F0-37CA839D4864}" dt="2024-05-27T08:29:50.212" v="1868"/>
        <pc:sldMkLst>
          <pc:docMk/>
          <pc:sldMk cId="833948708" sldId="272"/>
        </pc:sldMkLst>
      </pc:sldChg>
      <pc:sldChg chg="addSp delSp modSp add replId">
        <pc:chgData name="Ye, Xiaomeng" userId="S::xye@berry.edu::e9dfea23-315e-4458-a3dd-dbb675ea709b" providerId="AD" clId="Web-{9259324F-FC96-7A22-37F0-37CA839D4864}" dt="2024-05-27T08:33:32.767" v="1918"/>
        <pc:sldMkLst>
          <pc:docMk/>
          <pc:sldMk cId="1095632564" sldId="272"/>
        </pc:sldMkLst>
      </pc:sldChg>
      <pc:sldChg chg="delSp modSp add replId">
        <pc:chgData name="Ye, Xiaomeng" userId="S::xye@berry.edu::e9dfea23-315e-4458-a3dd-dbb675ea709b" providerId="AD" clId="Web-{9259324F-FC96-7A22-37F0-37CA839D4864}" dt="2024-05-27T08:40:43.236" v="2096" actId="20577"/>
        <pc:sldMkLst>
          <pc:docMk/>
          <pc:sldMk cId="2635668199" sldId="273"/>
        </pc:sldMkLst>
      </pc:sldChg>
      <pc:sldChg chg="addSp modSp new">
        <pc:chgData name="Ye, Xiaomeng" userId="S::xye@berry.edu::e9dfea23-315e-4458-a3dd-dbb675ea709b" providerId="AD" clId="Web-{9259324F-FC96-7A22-37F0-37CA839D4864}" dt="2024-05-27T08:44:26.134" v="2231" actId="20577"/>
        <pc:sldMkLst>
          <pc:docMk/>
          <pc:sldMk cId="2820553088" sldId="274"/>
        </pc:sldMkLst>
      </pc:sldChg>
      <pc:sldChg chg="addSp delSp modSp new">
        <pc:chgData name="Ye, Xiaomeng" userId="S::xye@berry.edu::e9dfea23-315e-4458-a3dd-dbb675ea709b" providerId="AD" clId="Web-{9259324F-FC96-7A22-37F0-37CA839D4864}" dt="2024-05-27T08:53:30.764" v="2522" actId="20577"/>
        <pc:sldMkLst>
          <pc:docMk/>
          <pc:sldMk cId="2541881691" sldId="275"/>
        </pc:sldMkLst>
      </pc:sldChg>
      <pc:sldChg chg="add del replId">
        <pc:chgData name="Ye, Xiaomeng" userId="S::xye@berry.edu::e9dfea23-315e-4458-a3dd-dbb675ea709b" providerId="AD" clId="Web-{9259324F-FC96-7A22-37F0-37CA839D4864}" dt="2024-05-27T08:49:00.848" v="2275"/>
        <pc:sldMkLst>
          <pc:docMk/>
          <pc:sldMk cId="618711586" sldId="276"/>
        </pc:sldMkLst>
      </pc:sldChg>
      <pc:sldChg chg="addSp modSp add replId">
        <pc:chgData name="Ye, Xiaomeng" userId="S::xye@berry.edu::e9dfea23-315e-4458-a3dd-dbb675ea709b" providerId="AD" clId="Web-{9259324F-FC96-7A22-37F0-37CA839D4864}" dt="2024-05-27T09:00:54.467" v="2656" actId="20577"/>
        <pc:sldMkLst>
          <pc:docMk/>
          <pc:sldMk cId="3881168703" sldId="276"/>
        </pc:sldMkLst>
      </pc:sldChg>
      <pc:sldChg chg="modSp new">
        <pc:chgData name="Ye, Xiaomeng" userId="S::xye@berry.edu::e9dfea23-315e-4458-a3dd-dbb675ea709b" providerId="AD" clId="Web-{9259324F-FC96-7A22-37F0-37CA839D4864}" dt="2024-05-27T08:52:59.044" v="2514" actId="20577"/>
        <pc:sldMkLst>
          <pc:docMk/>
          <pc:sldMk cId="1318958884" sldId="277"/>
        </pc:sldMkLst>
      </pc:sldChg>
      <pc:sldChg chg="modSp new">
        <pc:chgData name="Ye, Xiaomeng" userId="S::xye@berry.edu::e9dfea23-315e-4458-a3dd-dbb675ea709b" providerId="AD" clId="Web-{9259324F-FC96-7A22-37F0-37CA839D4864}" dt="2024-05-27T11:49:54.800" v="3059" actId="20577"/>
        <pc:sldMkLst>
          <pc:docMk/>
          <pc:sldMk cId="1716170550" sldId="278"/>
        </pc:sldMkLst>
      </pc:sldChg>
      <pc:sldChg chg="addSp modSp add replId">
        <pc:chgData name="Ye, Xiaomeng" userId="S::xye@berry.edu::e9dfea23-315e-4458-a3dd-dbb675ea709b" providerId="AD" clId="Web-{9259324F-FC96-7A22-37F0-37CA839D4864}" dt="2024-05-27T09:02:14.048" v="2684"/>
        <pc:sldMkLst>
          <pc:docMk/>
          <pc:sldMk cId="276476231" sldId="279"/>
        </pc:sldMkLst>
      </pc:sldChg>
      <pc:sldChg chg="modSp new">
        <pc:chgData name="Ye, Xiaomeng" userId="S::xye@berry.edu::e9dfea23-315e-4458-a3dd-dbb675ea709b" providerId="AD" clId="Web-{9259324F-FC96-7A22-37F0-37CA839D4864}" dt="2024-05-27T11:52:45.259" v="3246" actId="20577"/>
        <pc:sldMkLst>
          <pc:docMk/>
          <pc:sldMk cId="1629162292" sldId="280"/>
        </pc:sldMkLst>
      </pc:sldChg>
      <pc:sldChg chg="modSp new">
        <pc:chgData name="Ye, Xiaomeng" userId="S::xye@berry.edu::e9dfea23-315e-4458-a3dd-dbb675ea709b" providerId="AD" clId="Web-{9259324F-FC96-7A22-37F0-37CA839D4864}" dt="2024-05-27T12:01:55.951" v="3761" actId="20577"/>
        <pc:sldMkLst>
          <pc:docMk/>
          <pc:sldMk cId="4176753681" sldId="281"/>
        </pc:sldMkLst>
      </pc:sldChg>
      <pc:sldChg chg="modSp new">
        <pc:chgData name="Ye, Xiaomeng" userId="S::xye@berry.edu::e9dfea23-315e-4458-a3dd-dbb675ea709b" providerId="AD" clId="Web-{9259324F-FC96-7A22-37F0-37CA839D4864}" dt="2024-05-27T11:55:43.297" v="3452" actId="20577"/>
        <pc:sldMkLst>
          <pc:docMk/>
          <pc:sldMk cId="2988885124" sldId="282"/>
        </pc:sldMkLst>
      </pc:sldChg>
      <pc:sldChg chg="addSp delSp modSp new mod setBg">
        <pc:chgData name="Ye, Xiaomeng" userId="S::xye@berry.edu::e9dfea23-315e-4458-a3dd-dbb675ea709b" providerId="AD" clId="Web-{9259324F-FC96-7A22-37F0-37CA839D4864}" dt="2024-05-27T12:11:25.143" v="3960"/>
        <pc:sldMkLst>
          <pc:docMk/>
          <pc:sldMk cId="408068280" sldId="283"/>
        </pc:sldMkLst>
      </pc:sldChg>
      <pc:sldChg chg="addSp modSp new mod setBg">
        <pc:chgData name="Ye, Xiaomeng" userId="S::xye@berry.edu::e9dfea23-315e-4458-a3dd-dbb675ea709b" providerId="AD" clId="Web-{9259324F-FC96-7A22-37F0-37CA839D4864}" dt="2024-05-27T12:10:29.734" v="3958" actId="14100"/>
        <pc:sldMkLst>
          <pc:docMk/>
          <pc:sldMk cId="1272162176" sldId="284"/>
        </pc:sldMkLst>
      </pc:sldChg>
      <pc:sldChg chg="addSp delSp modSp new mod setBg">
        <pc:chgData name="Ye, Xiaomeng" userId="S::xye@berry.edu::e9dfea23-315e-4458-a3dd-dbb675ea709b" providerId="AD" clId="Web-{9259324F-FC96-7A22-37F0-37CA839D4864}" dt="2024-05-27T12:12:28.832" v="3980"/>
        <pc:sldMkLst>
          <pc:docMk/>
          <pc:sldMk cId="2977771240" sldId="285"/>
        </pc:sldMkLst>
      </pc:sldChg>
      <pc:sldChg chg="modSp new">
        <pc:chgData name="Ye, Xiaomeng" userId="S::xye@berry.edu::e9dfea23-315e-4458-a3dd-dbb675ea709b" providerId="AD" clId="Web-{9259324F-FC96-7A22-37F0-37CA839D4864}" dt="2024-05-27T12:26:05.971" v="4093" actId="20577"/>
        <pc:sldMkLst>
          <pc:docMk/>
          <pc:sldMk cId="4189702568" sldId="286"/>
        </pc:sldMkLst>
      </pc:sldChg>
      <pc:sldChg chg="modSp new">
        <pc:chgData name="Ye, Xiaomeng" userId="S::xye@berry.edu::e9dfea23-315e-4458-a3dd-dbb675ea709b" providerId="AD" clId="Web-{9259324F-FC96-7A22-37F0-37CA839D4864}" dt="2024-05-27T12:29:11.837" v="4157" actId="20577"/>
        <pc:sldMkLst>
          <pc:docMk/>
          <pc:sldMk cId="1131729627" sldId="287"/>
        </pc:sldMkLst>
      </pc:sldChg>
    </pc:docChg>
  </pc:docChgLst>
  <pc:docChgLst>
    <pc:chgData name="leake@indiana.edu" userId="S::urn:spo:guest#leake@indiana.edu::" providerId="AD" clId="Web-{0A752609-18A3-0CA9-6F4A-9B164186EB8B}"/>
    <pc:docChg chg="modSld">
      <pc:chgData name="leake@indiana.edu" userId="S::urn:spo:guest#leake@indiana.edu::" providerId="AD" clId="Web-{0A752609-18A3-0CA9-6F4A-9B164186EB8B}" dt="2024-06-11T03:29:11.015" v="72" actId="20577"/>
      <pc:docMkLst>
        <pc:docMk/>
      </pc:docMkLst>
      <pc:sldChg chg="addCm">
        <pc:chgData name="leake@indiana.edu" userId="S::urn:spo:guest#leake@indiana.edu::" providerId="AD" clId="Web-{0A752609-18A3-0CA9-6F4A-9B164186EB8B}" dt="2024-06-11T02:48:26.255" v="0"/>
        <pc:sldMkLst>
          <pc:docMk/>
          <pc:sldMk cId="2231896775" sldId="25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leake@indiana.edu" userId="S::urn:spo:guest#leake@indiana.edu::" providerId="AD" clId="Web-{0A752609-18A3-0CA9-6F4A-9B164186EB8B}" dt="2024-06-11T02:48:26.255" v="0"/>
              <pc2:cmMkLst xmlns:pc2="http://schemas.microsoft.com/office/powerpoint/2019/9/main/command">
                <pc:docMk/>
                <pc:sldMk cId="2231896775" sldId="259"/>
                <pc2:cmMk id="{6C1DE095-3937-4D36-8E80-650804E59344}"/>
              </pc2:cmMkLst>
            </pc226:cmChg>
          </p:ext>
        </pc:extLst>
      </pc:sldChg>
      <pc:sldChg chg="addCm">
        <pc:chgData name="leake@indiana.edu" userId="S::urn:spo:guest#leake@indiana.edu::" providerId="AD" clId="Web-{0A752609-18A3-0CA9-6F4A-9B164186EB8B}" dt="2024-06-11T03:26:31.323" v="21"/>
        <pc:sldMkLst>
          <pc:docMk/>
          <pc:sldMk cId="959618595" sldId="26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leake@indiana.edu" userId="S::urn:spo:guest#leake@indiana.edu::" providerId="AD" clId="Web-{0A752609-18A3-0CA9-6F4A-9B164186EB8B}" dt="2024-06-11T03:26:31.323" v="21"/>
              <pc2:cmMkLst xmlns:pc2="http://schemas.microsoft.com/office/powerpoint/2019/9/main/command">
                <pc:docMk/>
                <pc:sldMk cId="959618595" sldId="266"/>
                <pc2:cmMk id="{9D4AEC53-463A-4801-BE7F-CA30002B1E10}"/>
              </pc2:cmMkLst>
            </pc226:cmChg>
          </p:ext>
        </pc:extLst>
      </pc:sldChg>
      <pc:sldChg chg="modSp">
        <pc:chgData name="leake@indiana.edu" userId="S::urn:spo:guest#leake@indiana.edu::" providerId="AD" clId="Web-{0A752609-18A3-0CA9-6F4A-9B164186EB8B}" dt="2024-06-11T03:29:11.015" v="72" actId="20577"/>
        <pc:sldMkLst>
          <pc:docMk/>
          <pc:sldMk cId="1657267016" sldId="267"/>
        </pc:sldMkLst>
      </pc:sldChg>
      <pc:sldChg chg="addCm">
        <pc:chgData name="leake@indiana.edu" userId="S::urn:spo:guest#leake@indiana.edu::" providerId="AD" clId="Web-{0A752609-18A3-0CA9-6F4A-9B164186EB8B}" dt="2024-06-11T02:56:27.848" v="1"/>
        <pc:sldMkLst>
          <pc:docMk/>
          <pc:sldMk cId="1722546881" sldId="26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leake@indiana.edu" userId="S::urn:spo:guest#leake@indiana.edu::" providerId="AD" clId="Web-{0A752609-18A3-0CA9-6F4A-9B164186EB8B}" dt="2024-06-11T02:56:27.848" v="1"/>
              <pc2:cmMkLst xmlns:pc2="http://schemas.microsoft.com/office/powerpoint/2019/9/main/command">
                <pc:docMk/>
                <pc:sldMk cId="1722546881" sldId="269"/>
                <pc2:cmMk id="{9EB5D541-44B7-47B8-BA3D-F274AF0066BE}"/>
              </pc2:cmMkLst>
            </pc226:cmChg>
          </p:ext>
        </pc:extLst>
      </pc:sldChg>
      <pc:sldChg chg="modSp addCm">
        <pc:chgData name="leake@indiana.edu" userId="S::urn:spo:guest#leake@indiana.edu::" providerId="AD" clId="Web-{0A752609-18A3-0CA9-6F4A-9B164186EB8B}" dt="2024-06-11T02:59:09.728" v="20"/>
        <pc:sldMkLst>
          <pc:docMk/>
          <pc:sldMk cId="169548117" sldId="27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leake@indiana.edu" userId="S::urn:spo:guest#leake@indiana.edu::" providerId="AD" clId="Web-{0A752609-18A3-0CA9-6F4A-9B164186EB8B}" dt="2024-06-11T02:59:09.728" v="20"/>
              <pc2:cmMkLst xmlns:pc2="http://schemas.microsoft.com/office/powerpoint/2019/9/main/command">
                <pc:docMk/>
                <pc:sldMk cId="169548117" sldId="270"/>
                <pc2:cmMk id="{ECD3FC88-6DF5-4E0D-B415-F78CF8680A38}"/>
              </pc2:cmMkLst>
            </pc226:cmChg>
          </p:ext>
        </pc:extLst>
      </pc:sldChg>
      <pc:sldChg chg="modSp">
        <pc:chgData name="leake@indiana.edu" userId="S::urn:spo:guest#leake@indiana.edu::" providerId="AD" clId="Web-{0A752609-18A3-0CA9-6F4A-9B164186EB8B}" dt="2024-06-11T03:28:05.857" v="52" actId="20577"/>
        <pc:sldMkLst>
          <pc:docMk/>
          <pc:sldMk cId="2635668199" sldId="273"/>
        </pc:sldMkLst>
      </pc:sldChg>
      <pc:sldChg chg="modSp">
        <pc:chgData name="leake@indiana.edu" userId="S::urn:spo:guest#leake@indiana.edu::" providerId="AD" clId="Web-{0A752609-18A3-0CA9-6F4A-9B164186EB8B}" dt="2024-06-11T03:28:23.810" v="58" actId="20577"/>
        <pc:sldMkLst>
          <pc:docMk/>
          <pc:sldMk cId="2820553088" sldId="274"/>
        </pc:sldMkLst>
      </pc:sldChg>
    </pc:docChg>
  </pc:docChgLst>
  <pc:docChgLst>
    <pc:chgData name="Ye, Xiaomeng" userId="S::xye@berry.edu::e9dfea23-315e-4458-a3dd-dbb675ea709b" providerId="AD" clId="Web-{9D0C7877-1EFC-A659-3742-E528022CF33F}"/>
    <pc:docChg chg="addSld modSld">
      <pc:chgData name="Ye, Xiaomeng" userId="S::xye@berry.edu::e9dfea23-315e-4458-a3dd-dbb675ea709b" providerId="AD" clId="Web-{9D0C7877-1EFC-A659-3742-E528022CF33F}" dt="2025-08-19T18:27:04.618" v="154" actId="20577"/>
      <pc:docMkLst>
        <pc:docMk/>
      </pc:docMkLst>
      <pc:sldChg chg="modSp">
        <pc:chgData name="Ye, Xiaomeng" userId="S::xye@berry.edu::e9dfea23-315e-4458-a3dd-dbb675ea709b" providerId="AD" clId="Web-{9D0C7877-1EFC-A659-3742-E528022CF33F}" dt="2025-08-19T18:27:04.618" v="154" actId="20577"/>
        <pc:sldMkLst>
          <pc:docMk/>
          <pc:sldMk cId="4198021123" sldId="256"/>
        </pc:sldMkLst>
        <pc:spChg chg="mod">
          <ac:chgData name="Ye, Xiaomeng" userId="S::xye@berry.edu::e9dfea23-315e-4458-a3dd-dbb675ea709b" providerId="AD" clId="Web-{9D0C7877-1EFC-A659-3742-E528022CF33F}" dt="2025-08-19T18:27:04.618" v="154" actId="20577"/>
          <ac:spMkLst>
            <pc:docMk/>
            <pc:sldMk cId="4198021123" sldId="256"/>
            <ac:spMk id="3" creationId="{56FCDA19-506F-86CE-4481-C4328F97B51C}"/>
          </ac:spMkLst>
        </pc:spChg>
      </pc:sldChg>
      <pc:sldChg chg="modSp">
        <pc:chgData name="Ye, Xiaomeng" userId="S::xye@berry.edu::e9dfea23-315e-4458-a3dd-dbb675ea709b" providerId="AD" clId="Web-{9D0C7877-1EFC-A659-3742-E528022CF33F}" dt="2025-08-19T18:26:23.133" v="137" actId="20577"/>
        <pc:sldMkLst>
          <pc:docMk/>
          <pc:sldMk cId="4189702568" sldId="286"/>
        </pc:sldMkLst>
        <pc:spChg chg="mod">
          <ac:chgData name="Ye, Xiaomeng" userId="S::xye@berry.edu::e9dfea23-315e-4458-a3dd-dbb675ea709b" providerId="AD" clId="Web-{9D0C7877-1EFC-A659-3742-E528022CF33F}" dt="2025-08-19T18:26:23.133" v="137" actId="20577"/>
          <ac:spMkLst>
            <pc:docMk/>
            <pc:sldMk cId="4189702568" sldId="286"/>
            <ac:spMk id="3" creationId="{CA48DD96-8FAD-0753-B659-E0A67368D194}"/>
          </ac:spMkLst>
        </pc:spChg>
      </pc:sldChg>
      <pc:sldChg chg="modSp">
        <pc:chgData name="Ye, Xiaomeng" userId="S::xye@berry.edu::e9dfea23-315e-4458-a3dd-dbb675ea709b" providerId="AD" clId="Web-{9D0C7877-1EFC-A659-3742-E528022CF33F}" dt="2025-08-19T18:26:42.696" v="142" actId="20577"/>
        <pc:sldMkLst>
          <pc:docMk/>
          <pc:sldMk cId="4264752923" sldId="298"/>
        </pc:sldMkLst>
        <pc:spChg chg="mod">
          <ac:chgData name="Ye, Xiaomeng" userId="S::xye@berry.edu::e9dfea23-315e-4458-a3dd-dbb675ea709b" providerId="AD" clId="Web-{9D0C7877-1EFC-A659-3742-E528022CF33F}" dt="2025-08-19T18:26:42.696" v="142" actId="20577"/>
          <ac:spMkLst>
            <pc:docMk/>
            <pc:sldMk cId="4264752923" sldId="298"/>
            <ac:spMk id="8" creationId="{772143B9-C4FB-A27B-F621-D9AC8DB7DC60}"/>
          </ac:spMkLst>
        </pc:spChg>
      </pc:sldChg>
      <pc:sldChg chg="modSp new">
        <pc:chgData name="Ye, Xiaomeng" userId="S::xye@berry.edu::e9dfea23-315e-4458-a3dd-dbb675ea709b" providerId="AD" clId="Web-{9D0C7877-1EFC-A659-3742-E528022CF33F}" dt="2025-08-19T14:17:16.532" v="96" actId="20577"/>
        <pc:sldMkLst>
          <pc:docMk/>
          <pc:sldMk cId="952876007" sldId="328"/>
        </pc:sldMkLst>
        <pc:spChg chg="mod">
          <ac:chgData name="Ye, Xiaomeng" userId="S::xye@berry.edu::e9dfea23-315e-4458-a3dd-dbb675ea709b" providerId="AD" clId="Web-{9D0C7877-1EFC-A659-3742-E528022CF33F}" dt="2025-08-19T14:17:10.922" v="92" actId="20577"/>
          <ac:spMkLst>
            <pc:docMk/>
            <pc:sldMk cId="952876007" sldId="328"/>
            <ac:spMk id="2" creationId="{411FC6DC-BE55-792A-4283-D826E0DD386A}"/>
          </ac:spMkLst>
        </pc:spChg>
        <pc:spChg chg="mod">
          <ac:chgData name="Ye, Xiaomeng" userId="S::xye@berry.edu::e9dfea23-315e-4458-a3dd-dbb675ea709b" providerId="AD" clId="Web-{9D0C7877-1EFC-A659-3742-E528022CF33F}" dt="2025-08-19T14:17:16.532" v="96" actId="20577"/>
          <ac:spMkLst>
            <pc:docMk/>
            <pc:sldMk cId="952876007" sldId="328"/>
            <ac:spMk id="3" creationId="{9041A9A2-28C4-BDD9-6408-3E3B69041039}"/>
          </ac:spMkLst>
        </pc:spChg>
      </pc:sldChg>
    </pc:docChg>
  </pc:docChgLst>
  <pc:docChgLst>
    <pc:chgData name="Ye, Xiaomeng" userId="S::xye@berry.edu::e9dfea23-315e-4458-a3dd-dbb675ea709b" providerId="AD" clId="Web-{1F42F9B9-EBCC-0D94-520F-8DDA30EF8465}"/>
    <pc:docChg chg="modSld">
      <pc:chgData name="Ye, Xiaomeng" userId="S::xye@berry.edu::e9dfea23-315e-4458-a3dd-dbb675ea709b" providerId="AD" clId="Web-{1F42F9B9-EBCC-0D94-520F-8DDA30EF8465}" dt="2025-08-18T22:28:22.598" v="47" actId="20577"/>
      <pc:docMkLst>
        <pc:docMk/>
      </pc:docMkLst>
      <pc:sldChg chg="modSp">
        <pc:chgData name="Ye, Xiaomeng" userId="S::xye@berry.edu::e9dfea23-315e-4458-a3dd-dbb675ea709b" providerId="AD" clId="Web-{1F42F9B9-EBCC-0D94-520F-8DDA30EF8465}" dt="2025-08-18T22:23:53.048" v="37" actId="20577"/>
        <pc:sldMkLst>
          <pc:docMk/>
          <pc:sldMk cId="2590686842" sldId="258"/>
        </pc:sldMkLst>
        <pc:spChg chg="mod">
          <ac:chgData name="Ye, Xiaomeng" userId="S::xye@berry.edu::e9dfea23-315e-4458-a3dd-dbb675ea709b" providerId="AD" clId="Web-{1F42F9B9-EBCC-0D94-520F-8DDA30EF8465}" dt="2025-08-18T22:23:53.048" v="37" actId="20577"/>
          <ac:spMkLst>
            <pc:docMk/>
            <pc:sldMk cId="2590686842" sldId="258"/>
            <ac:spMk id="3" creationId="{6C2846B4-7E65-EE07-6FE8-072AFEDFBDF3}"/>
          </ac:spMkLst>
        </pc:spChg>
      </pc:sldChg>
      <pc:sldChg chg="modSp">
        <pc:chgData name="Ye, Xiaomeng" userId="S::xye@berry.edu::e9dfea23-315e-4458-a3dd-dbb675ea709b" providerId="AD" clId="Web-{1F42F9B9-EBCC-0D94-520F-8DDA30EF8465}" dt="2025-08-18T22:28:22.598" v="47" actId="20577"/>
        <pc:sldMkLst>
          <pc:docMk/>
          <pc:sldMk cId="4176753681" sldId="281"/>
        </pc:sldMkLst>
        <pc:spChg chg="mod">
          <ac:chgData name="Ye, Xiaomeng" userId="S::xye@berry.edu::e9dfea23-315e-4458-a3dd-dbb675ea709b" providerId="AD" clId="Web-{1F42F9B9-EBCC-0D94-520F-8DDA30EF8465}" dt="2025-08-18T22:28:22.598" v="47" actId="20577"/>
          <ac:spMkLst>
            <pc:docMk/>
            <pc:sldMk cId="4176753681" sldId="281"/>
            <ac:spMk id="3" creationId="{509E713F-3104-7E12-62AB-41D35B56FA5F}"/>
          </ac:spMkLst>
        </pc:spChg>
      </pc:sldChg>
      <pc:sldChg chg="mod modShow">
        <pc:chgData name="Ye, Xiaomeng" userId="S::xye@berry.edu::e9dfea23-315e-4458-a3dd-dbb675ea709b" providerId="AD" clId="Web-{1F42F9B9-EBCC-0D94-520F-8DDA30EF8465}" dt="2025-08-18T21:56:39.297" v="8"/>
        <pc:sldMkLst>
          <pc:docMk/>
          <pc:sldMk cId="527715389" sldId="310"/>
        </pc:sldMkLst>
      </pc:sldChg>
      <pc:sldChg chg="mod modShow">
        <pc:chgData name="Ye, Xiaomeng" userId="S::xye@berry.edu::e9dfea23-315e-4458-a3dd-dbb675ea709b" providerId="AD" clId="Web-{1F42F9B9-EBCC-0D94-520F-8DDA30EF8465}" dt="2025-08-18T21:56:39.328" v="9"/>
        <pc:sldMkLst>
          <pc:docMk/>
          <pc:sldMk cId="736352309" sldId="311"/>
        </pc:sldMkLst>
      </pc:sldChg>
      <pc:sldChg chg="mod modShow">
        <pc:chgData name="Ye, Xiaomeng" userId="S::xye@berry.edu::e9dfea23-315e-4458-a3dd-dbb675ea709b" providerId="AD" clId="Web-{1F42F9B9-EBCC-0D94-520F-8DDA30EF8465}" dt="2025-08-18T21:56:39.390" v="10"/>
        <pc:sldMkLst>
          <pc:docMk/>
          <pc:sldMk cId="660935861" sldId="315"/>
        </pc:sldMkLst>
      </pc:sldChg>
      <pc:sldChg chg="mod modShow">
        <pc:chgData name="Ye, Xiaomeng" userId="S::xye@berry.edu::e9dfea23-315e-4458-a3dd-dbb675ea709b" providerId="AD" clId="Web-{1F42F9B9-EBCC-0D94-520F-8DDA30EF8465}" dt="2025-08-18T21:56:46.922" v="11"/>
        <pc:sldMkLst>
          <pc:docMk/>
          <pc:sldMk cId="317080048" sldId="319"/>
        </pc:sldMkLst>
      </pc:sldChg>
      <pc:sldChg chg="modSp">
        <pc:chgData name="Ye, Xiaomeng" userId="S::xye@berry.edu::e9dfea23-315e-4458-a3dd-dbb675ea709b" providerId="AD" clId="Web-{1F42F9B9-EBCC-0D94-520F-8DDA30EF8465}" dt="2025-08-18T22:02:45.754" v="35" actId="20577"/>
        <pc:sldMkLst>
          <pc:docMk/>
          <pc:sldMk cId="4194994066" sldId="326"/>
        </pc:sldMkLst>
        <pc:spChg chg="mod">
          <ac:chgData name="Ye, Xiaomeng" userId="S::xye@berry.edu::e9dfea23-315e-4458-a3dd-dbb675ea709b" providerId="AD" clId="Web-{1F42F9B9-EBCC-0D94-520F-8DDA30EF8465}" dt="2025-08-18T22:02:45.754" v="35" actId="20577"/>
          <ac:spMkLst>
            <pc:docMk/>
            <pc:sldMk cId="4194994066" sldId="326"/>
            <ac:spMk id="3" creationId="{F8352D44-3612-CED1-843B-2DB9E44455FC}"/>
          </ac:spMkLst>
        </pc:spChg>
      </pc:sldChg>
    </pc:docChg>
  </pc:docChgLst>
  <pc:docChgLst>
    <pc:chgData name="Guest User" userId="S::urn:spo:tenantanon#da55892c-ace4-45d8-b266-6955595f8714::" providerId="AD" clId="Web-{E80A1BE5-CBC1-BCFB-558D-32DC01137B63}"/>
    <pc:docChg chg="modSld">
      <pc:chgData name="Guest User" userId="S::urn:spo:tenantanon#da55892c-ace4-45d8-b266-6955595f8714::" providerId="AD" clId="Web-{E80A1BE5-CBC1-BCFB-558D-32DC01137B63}" dt="2025-08-19T03:12:05.867" v="4" actId="20577"/>
      <pc:docMkLst>
        <pc:docMk/>
      </pc:docMkLst>
      <pc:sldChg chg="modSp">
        <pc:chgData name="Guest User" userId="S::urn:spo:tenantanon#da55892c-ace4-45d8-b266-6955595f8714::" providerId="AD" clId="Web-{E80A1BE5-CBC1-BCFB-558D-32DC01137B63}" dt="2025-08-19T03:02:04.986" v="0" actId="20577"/>
        <pc:sldMkLst>
          <pc:docMk/>
          <pc:sldMk cId="4264752923" sldId="298"/>
        </pc:sldMkLst>
        <pc:spChg chg="mod">
          <ac:chgData name="Guest User" userId="S::urn:spo:tenantanon#da55892c-ace4-45d8-b266-6955595f8714::" providerId="AD" clId="Web-{E80A1BE5-CBC1-BCFB-558D-32DC01137B63}" dt="2025-08-19T03:02:04.986" v="0" actId="20577"/>
          <ac:spMkLst>
            <pc:docMk/>
            <pc:sldMk cId="4264752923" sldId="298"/>
            <ac:spMk id="8" creationId="{772143B9-C4FB-A27B-F621-D9AC8DB7DC60}"/>
          </ac:spMkLst>
        </pc:spChg>
      </pc:sldChg>
      <pc:sldChg chg="modSp">
        <pc:chgData name="Guest User" userId="S::urn:spo:tenantanon#da55892c-ace4-45d8-b266-6955595f8714::" providerId="AD" clId="Web-{E80A1BE5-CBC1-BCFB-558D-32DC01137B63}" dt="2025-08-19T03:12:05.867" v="4" actId="20577"/>
        <pc:sldMkLst>
          <pc:docMk/>
          <pc:sldMk cId="1539557568" sldId="320"/>
        </pc:sldMkLst>
        <pc:spChg chg="mod">
          <ac:chgData name="Guest User" userId="S::urn:spo:tenantanon#da55892c-ace4-45d8-b266-6955595f8714::" providerId="AD" clId="Web-{E80A1BE5-CBC1-BCFB-558D-32DC01137B63}" dt="2025-08-19T03:12:05.867" v="4" actId="20577"/>
          <ac:spMkLst>
            <pc:docMk/>
            <pc:sldMk cId="1539557568" sldId="320"/>
            <ac:spMk id="3" creationId="{72BF38D7-0601-861D-DEAE-8AE173ECAD26}"/>
          </ac:spMkLst>
        </pc:spChg>
      </pc:sldChg>
    </pc:docChg>
  </pc:docChgLst>
  <pc:docChgLst>
    <pc:chgData name="leake@indiana.edu" userId="S::urn:spo:guest#leake@indiana.edu::" providerId="AD" clId="Web-{7E761D96-9247-BD94-696C-1BDF61FEEAB5}"/>
    <pc:docChg chg="modSld">
      <pc:chgData name="leake@indiana.edu" userId="S::urn:spo:guest#leake@indiana.edu::" providerId="AD" clId="Web-{7E761D96-9247-BD94-696C-1BDF61FEEAB5}" dt="2024-06-15T02:49:26.091" v="111" actId="20577"/>
      <pc:docMkLst>
        <pc:docMk/>
      </pc:docMkLst>
      <pc:sldChg chg="modSp">
        <pc:chgData name="leake@indiana.edu" userId="S::urn:spo:guest#leake@indiana.edu::" providerId="AD" clId="Web-{7E761D96-9247-BD94-696C-1BDF61FEEAB5}" dt="2024-06-15T02:26:19.462" v="6" actId="20577"/>
        <pc:sldMkLst>
          <pc:docMk/>
          <pc:sldMk cId="2635668199" sldId="273"/>
        </pc:sldMkLst>
      </pc:sldChg>
      <pc:sldChg chg="modSp addCm">
        <pc:chgData name="leake@indiana.edu" userId="S::urn:spo:guest#leake@indiana.edu::" providerId="AD" clId="Web-{7E761D96-9247-BD94-696C-1BDF61FEEAB5}" dt="2024-06-15T02:30:53.643" v="36"/>
        <pc:sldMkLst>
          <pc:docMk/>
          <pc:sldMk cId="2820553088" sldId="27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leake@indiana.edu" userId="S::urn:spo:guest#leake@indiana.edu::" providerId="AD" clId="Web-{7E761D96-9247-BD94-696C-1BDF61FEEAB5}" dt="2024-06-15T02:30:53.643" v="36"/>
              <pc2:cmMkLst xmlns:pc2="http://schemas.microsoft.com/office/powerpoint/2019/9/main/command">
                <pc:docMk/>
                <pc:sldMk cId="2820553088" sldId="274"/>
                <pc2:cmMk id="{20E46EA4-AD5D-49D6-ABA1-BAB7599F9F62}"/>
              </pc2:cmMkLst>
            </pc226:cmChg>
          </p:ext>
        </pc:extLst>
      </pc:sldChg>
      <pc:sldChg chg="modSp addCm">
        <pc:chgData name="leake@indiana.edu" userId="S::urn:spo:guest#leake@indiana.edu::" providerId="AD" clId="Web-{7E761D96-9247-BD94-696C-1BDF61FEEAB5}" dt="2024-06-15T02:34:55.012" v="52"/>
        <pc:sldMkLst>
          <pc:docMk/>
          <pc:sldMk cId="1318958884" sldId="27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leake@indiana.edu" userId="S::urn:spo:guest#leake@indiana.edu::" providerId="AD" clId="Web-{7E761D96-9247-BD94-696C-1BDF61FEEAB5}" dt="2024-06-15T02:34:55.012" v="52"/>
              <pc2:cmMkLst xmlns:pc2="http://schemas.microsoft.com/office/powerpoint/2019/9/main/command">
                <pc:docMk/>
                <pc:sldMk cId="1318958884" sldId="277"/>
                <pc2:cmMk id="{9ABBDAA9-30DD-49FE-9E51-981AC49D93BE}"/>
              </pc2:cmMkLst>
            </pc226:cmChg>
          </p:ext>
        </pc:extLst>
      </pc:sldChg>
      <pc:sldChg chg="addCm">
        <pc:chgData name="leake@indiana.edu" userId="S::urn:spo:guest#leake@indiana.edu::" providerId="AD" clId="Web-{7E761D96-9247-BD94-696C-1BDF61FEEAB5}" dt="2024-06-15T02:38:24.988" v="53"/>
        <pc:sldMkLst>
          <pc:docMk/>
          <pc:sldMk cId="1716170550" sldId="27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leake@indiana.edu" userId="S::urn:spo:guest#leake@indiana.edu::" providerId="AD" clId="Web-{7E761D96-9247-BD94-696C-1BDF61FEEAB5}" dt="2024-06-15T02:38:24.988" v="53"/>
              <pc2:cmMkLst xmlns:pc2="http://schemas.microsoft.com/office/powerpoint/2019/9/main/command">
                <pc:docMk/>
                <pc:sldMk cId="1716170550" sldId="278"/>
                <pc2:cmMk id="{8971329C-9F99-416D-B6EB-3DCF01427655}"/>
              </pc2:cmMkLst>
            </pc226:cmChg>
          </p:ext>
        </pc:extLst>
      </pc:sldChg>
      <pc:sldChg chg="modSp addCm">
        <pc:chgData name="leake@indiana.edu" userId="S::urn:spo:guest#leake@indiana.edu::" providerId="AD" clId="Web-{7E761D96-9247-BD94-696C-1BDF61FEEAB5}" dt="2024-06-15T02:42:57.390" v="65" actId="20577"/>
        <pc:sldMkLst>
          <pc:docMk/>
          <pc:sldMk cId="1629162292" sldId="28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leake@indiana.edu" userId="S::urn:spo:guest#leake@indiana.edu::" providerId="AD" clId="Web-{7E761D96-9247-BD94-696C-1BDF61FEEAB5}" dt="2024-06-15T02:42:47.499" v="64"/>
              <pc2:cmMkLst xmlns:pc2="http://schemas.microsoft.com/office/powerpoint/2019/9/main/command">
                <pc:docMk/>
                <pc:sldMk cId="1629162292" sldId="280"/>
                <pc2:cmMk id="{56550DE3-04DC-49F0-8DE6-480E4D9A29F9}"/>
              </pc2:cmMkLst>
            </pc226:cmChg>
          </p:ext>
        </pc:extLst>
      </pc:sldChg>
      <pc:sldChg chg="modSp addCm">
        <pc:chgData name="leake@indiana.edu" userId="S::urn:spo:guest#leake@indiana.edu::" providerId="AD" clId="Web-{7E761D96-9247-BD94-696C-1BDF61FEEAB5}" dt="2024-06-15T02:45:17.067" v="77" actId="20577"/>
        <pc:sldMkLst>
          <pc:docMk/>
          <pc:sldMk cId="1272162176" sldId="28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leake@indiana.edu" userId="S::urn:spo:guest#leake@indiana.edu::" providerId="AD" clId="Web-{7E761D96-9247-BD94-696C-1BDF61FEEAB5}" dt="2024-06-15T02:45:13.489" v="76"/>
              <pc2:cmMkLst xmlns:pc2="http://schemas.microsoft.com/office/powerpoint/2019/9/main/command">
                <pc:docMk/>
                <pc:sldMk cId="1272162176" sldId="284"/>
                <pc2:cmMk id="{896213D1-8CC9-4297-ACE1-CB807FE76F1D}"/>
              </pc2:cmMkLst>
            </pc226:cmChg>
          </p:ext>
        </pc:extLst>
      </pc:sldChg>
      <pc:sldChg chg="modSp addCm">
        <pc:chgData name="leake@indiana.edu" userId="S::urn:spo:guest#leake@indiana.edu::" providerId="AD" clId="Web-{7E761D96-9247-BD94-696C-1BDF61FEEAB5}" dt="2024-06-15T02:49:01.653" v="110"/>
        <pc:sldMkLst>
          <pc:docMk/>
          <pc:sldMk cId="4189702568" sldId="28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leake@indiana.edu" userId="S::urn:spo:guest#leake@indiana.edu::" providerId="AD" clId="Web-{7E761D96-9247-BD94-696C-1BDF61FEEAB5}" dt="2024-06-15T02:49:01.653" v="110"/>
              <pc2:cmMkLst xmlns:pc2="http://schemas.microsoft.com/office/powerpoint/2019/9/main/command">
                <pc:docMk/>
                <pc:sldMk cId="4189702568" sldId="286"/>
                <pc2:cmMk id="{84E055F7-913E-4FF0-87D9-2908B6FB9C9B}"/>
              </pc2:cmMkLst>
            </pc226:cmChg>
          </p:ext>
        </pc:extLst>
      </pc:sldChg>
      <pc:sldChg chg="modSp">
        <pc:chgData name="leake@indiana.edu" userId="S::urn:spo:guest#leake@indiana.edu::" providerId="AD" clId="Web-{7E761D96-9247-BD94-696C-1BDF61FEEAB5}" dt="2024-06-15T02:49:26.091" v="111" actId="20577"/>
        <pc:sldMkLst>
          <pc:docMk/>
          <pc:sldMk cId="1131729627" sldId="287"/>
        </pc:sldMkLst>
      </pc:sldChg>
    </pc:docChg>
  </pc:docChgLst>
  <pc:docChgLst>
    <pc:chgData name="Guest User" userId="S::urn:spo:tenantanon#da55892c-ace4-45d8-b266-6955595f8714::" providerId="AD" clId="Web-{4B305A8D-446D-BF1A-79EF-833330E48E2F}"/>
    <pc:docChg chg="modSld">
      <pc:chgData name="Guest User" userId="S::urn:spo:tenantanon#da55892c-ace4-45d8-b266-6955595f8714::" providerId="AD" clId="Web-{4B305A8D-446D-BF1A-79EF-833330E48E2F}" dt="2025-08-19T00:53:39.921" v="15"/>
      <pc:docMkLst>
        <pc:docMk/>
      </pc:docMkLst>
      <pc:sldChg chg="modSp">
        <pc:chgData name="Guest User" userId="S::urn:spo:tenantanon#da55892c-ace4-45d8-b266-6955595f8714::" providerId="AD" clId="Web-{4B305A8D-446D-BF1A-79EF-833330E48E2F}" dt="2025-08-19T00:51:59.480" v="8" actId="20577"/>
        <pc:sldMkLst>
          <pc:docMk/>
          <pc:sldMk cId="2988885124" sldId="282"/>
        </pc:sldMkLst>
        <pc:spChg chg="mod">
          <ac:chgData name="Guest User" userId="S::urn:spo:tenantanon#da55892c-ace4-45d8-b266-6955595f8714::" providerId="AD" clId="Web-{4B305A8D-446D-BF1A-79EF-833330E48E2F}" dt="2025-08-19T00:51:59.480" v="8" actId="20577"/>
          <ac:spMkLst>
            <pc:docMk/>
            <pc:sldMk cId="2988885124" sldId="282"/>
            <ac:spMk id="3" creationId="{A823B790-F88A-AB08-1449-79335E3F3D2B}"/>
          </ac:spMkLst>
        </pc:spChg>
      </pc:sldChg>
      <pc:sldChg chg="modSp">
        <pc:chgData name="Guest User" userId="S::urn:spo:tenantanon#da55892c-ace4-45d8-b266-6955595f8714::" providerId="AD" clId="Web-{4B305A8D-446D-BF1A-79EF-833330E48E2F}" dt="2025-08-19T00:51:22.384" v="2" actId="20577"/>
        <pc:sldMkLst>
          <pc:docMk/>
          <pc:sldMk cId="4264752923" sldId="298"/>
        </pc:sldMkLst>
        <pc:spChg chg="mod">
          <ac:chgData name="Guest User" userId="S::urn:spo:tenantanon#da55892c-ace4-45d8-b266-6955595f8714::" providerId="AD" clId="Web-{4B305A8D-446D-BF1A-79EF-833330E48E2F}" dt="2025-08-19T00:51:22.384" v="2" actId="20577"/>
          <ac:spMkLst>
            <pc:docMk/>
            <pc:sldMk cId="4264752923" sldId="298"/>
            <ac:spMk id="8" creationId="{772143B9-C4FB-A27B-F621-D9AC8DB7DC60}"/>
          </ac:spMkLst>
        </pc:spChg>
      </pc:sldChg>
      <pc:sldChg chg="modSp">
        <pc:chgData name="Guest User" userId="S::urn:spo:tenantanon#da55892c-ace4-45d8-b266-6955595f8714::" providerId="AD" clId="Web-{4B305A8D-446D-BF1A-79EF-833330E48E2F}" dt="2025-08-19T00:53:39.921" v="15"/>
        <pc:sldMkLst>
          <pc:docMk/>
          <pc:sldMk cId="1764297785" sldId="327"/>
        </pc:sldMkLst>
        <pc:spChg chg="mod">
          <ac:chgData name="Guest User" userId="S::urn:spo:tenantanon#da55892c-ace4-45d8-b266-6955595f8714::" providerId="AD" clId="Web-{4B305A8D-446D-BF1A-79EF-833330E48E2F}" dt="2025-08-19T00:53:37.734" v="13" actId="20577"/>
          <ac:spMkLst>
            <pc:docMk/>
            <pc:sldMk cId="1764297785" sldId="327"/>
            <ac:spMk id="10" creationId="{957692B3-FA67-0686-57F8-181EE76E8848}"/>
          </ac:spMkLst>
        </pc:spChg>
        <pc:graphicFrameChg chg="mod modGraphic">
          <ac:chgData name="Guest User" userId="S::urn:spo:tenantanon#da55892c-ace4-45d8-b266-6955595f8714::" providerId="AD" clId="Web-{4B305A8D-446D-BF1A-79EF-833330E48E2F}" dt="2025-08-19T00:53:39.921" v="15"/>
          <ac:graphicFrameMkLst>
            <pc:docMk/>
            <pc:sldMk cId="1764297785" sldId="327"/>
            <ac:graphicFrameMk id="7" creationId="{161FE0C8-78F4-C459-1D3B-2CB0AF63E417}"/>
          </ac:graphicFrameMkLst>
        </pc:graphicFrameChg>
      </pc:sldChg>
    </pc:docChg>
  </pc:docChgLst>
  <pc:docChgLst>
    <pc:chgData name="leake@indiana.edu" userId="S::urn:spo:guest#leake@indiana.edu::" providerId="AD" clId="Web-{0635BF41-8E81-B3BB-97FF-ABB5F55FB8C6}"/>
    <pc:docChg chg="modSld">
      <pc:chgData name="leake@indiana.edu" userId="S::urn:spo:guest#leake@indiana.edu::" providerId="AD" clId="Web-{0635BF41-8E81-B3BB-97FF-ABB5F55FB8C6}" dt="2024-06-30T21:15:58.970" v="90" actId="20577"/>
      <pc:docMkLst>
        <pc:docMk/>
      </pc:docMkLst>
      <pc:sldChg chg="modSp">
        <pc:chgData name="leake@indiana.edu" userId="S::urn:spo:guest#leake@indiana.edu::" providerId="AD" clId="Web-{0635BF41-8E81-B3BB-97FF-ABB5F55FB8C6}" dt="2024-06-30T21:12:20.176" v="71" actId="20577"/>
        <pc:sldMkLst>
          <pc:docMk/>
          <pc:sldMk cId="1416125810" sldId="263"/>
        </pc:sldMkLst>
      </pc:sldChg>
      <pc:sldChg chg="modSp modCm">
        <pc:chgData name="leake@indiana.edu" userId="S::urn:spo:guest#leake@indiana.edu::" providerId="AD" clId="Web-{0635BF41-8E81-B3BB-97FF-ABB5F55FB8C6}" dt="2024-06-30T21:15:58.970" v="90" actId="20577"/>
        <pc:sldMkLst>
          <pc:docMk/>
          <pc:sldMk cId="169548117" sldId="27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leake@indiana.edu" userId="S::urn:spo:guest#leake@indiana.edu::" providerId="AD" clId="Web-{0635BF41-8E81-B3BB-97FF-ABB5F55FB8C6}" dt="2024-06-30T21:15:58.970" v="89" actId="20577"/>
              <pc2:cmMkLst xmlns:pc2="http://schemas.microsoft.com/office/powerpoint/2019/9/main/command">
                <pc:docMk/>
                <pc:sldMk cId="169548117" sldId="270"/>
                <pc2:cmMk id="{ECD3FC88-6DF5-4E0D-B415-F78CF8680A38}"/>
              </pc2:cmMkLst>
            </pc226:cmChg>
          </p:ext>
        </pc:extLst>
      </pc:sldChg>
      <pc:sldChg chg="modSp">
        <pc:chgData name="leake@indiana.edu" userId="S::urn:spo:guest#leake@indiana.edu::" providerId="AD" clId="Web-{0635BF41-8E81-B3BB-97FF-ABB5F55FB8C6}" dt="2024-06-30T21:10:37.904" v="58" actId="20577"/>
        <pc:sldMkLst>
          <pc:docMk/>
          <pc:sldMk cId="4243348653" sldId="296"/>
        </pc:sldMkLst>
      </pc:sldChg>
    </pc:docChg>
  </pc:docChgLst>
  <pc:docChgLst>
    <pc:chgData name="leake@indiana.edu" userId="S::urn:spo:guest#leake@indiana.edu::" providerId="AD" clId="Web-{6AB8A65E-1E16-FAF9-ABCC-F0B329719017}"/>
    <pc:docChg chg="mod modSld">
      <pc:chgData name="leake@indiana.edu" userId="S::urn:spo:guest#leake@indiana.edu::" providerId="AD" clId="Web-{6AB8A65E-1E16-FAF9-ABCC-F0B329719017}" dt="2024-06-11T01:46:33.077" v="151" actId="20577"/>
      <pc:docMkLst>
        <pc:docMk/>
      </pc:docMkLst>
      <pc:sldChg chg="modSp">
        <pc:chgData name="leake@indiana.edu" userId="S::urn:spo:guest#leake@indiana.edu::" providerId="AD" clId="Web-{6AB8A65E-1E16-FAF9-ABCC-F0B329719017}" dt="2024-06-11T00:18:37.200" v="12" actId="1076"/>
        <pc:sldMkLst>
          <pc:docMk/>
          <pc:sldMk cId="4198021123" sldId="256"/>
        </pc:sldMkLst>
      </pc:sldChg>
      <pc:sldChg chg="modSp addCm">
        <pc:chgData name="leake@indiana.edu" userId="S::urn:spo:guest#leake@indiana.edu::" providerId="AD" clId="Web-{6AB8A65E-1E16-FAF9-ABCC-F0B329719017}" dt="2024-06-11T00:50:22.435" v="103"/>
        <pc:sldMkLst>
          <pc:docMk/>
          <pc:sldMk cId="725056272" sldId="26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leake@indiana.edu" userId="S::urn:spo:guest#leake@indiana.edu::" providerId="AD" clId="Web-{6AB8A65E-1E16-FAF9-ABCC-F0B329719017}" dt="2024-06-11T00:50:22.435" v="103"/>
              <pc2:cmMkLst xmlns:pc2="http://schemas.microsoft.com/office/powerpoint/2019/9/main/command">
                <pc:docMk/>
                <pc:sldMk cId="725056272" sldId="260"/>
                <pc2:cmMk id="{22511B4F-0375-4A85-9DD5-29E0319AE67D}"/>
              </pc2:cmMkLst>
            </pc226:cmChg>
          </p:ext>
        </pc:extLst>
      </pc:sldChg>
      <pc:sldChg chg="modSp">
        <pc:chgData name="leake@indiana.edu" userId="S::urn:spo:guest#leake@indiana.edu::" providerId="AD" clId="Web-{6AB8A65E-1E16-FAF9-ABCC-F0B329719017}" dt="2024-06-11T01:45:33.950" v="147" actId="20577"/>
        <pc:sldMkLst>
          <pc:docMk/>
          <pc:sldMk cId="659677053" sldId="261"/>
        </pc:sldMkLst>
      </pc:sldChg>
      <pc:sldChg chg="modSp">
        <pc:chgData name="leake@indiana.edu" userId="S::urn:spo:guest#leake@indiana.edu::" providerId="AD" clId="Web-{6AB8A65E-1E16-FAF9-ABCC-F0B329719017}" dt="2024-06-11T01:46:33.077" v="151" actId="20577"/>
        <pc:sldMkLst>
          <pc:docMk/>
          <pc:sldMk cId="2281576576" sldId="262"/>
        </pc:sldMkLst>
      </pc:sldChg>
      <pc:sldChg chg="modSp">
        <pc:chgData name="leake@indiana.edu" userId="S::urn:spo:guest#leake@indiana.edu::" providerId="AD" clId="Web-{6AB8A65E-1E16-FAF9-ABCC-F0B329719017}" dt="2024-06-11T00:40:40.230" v="79" actId="20577"/>
        <pc:sldMkLst>
          <pc:docMk/>
          <pc:sldMk cId="2988885124" sldId="282"/>
        </pc:sldMkLst>
      </pc:sldChg>
    </pc:docChg>
  </pc:docChgLst>
  <pc:docChgLst>
    <pc:chgData name="leake@indiana.edu" userId="S::urn:spo:guest#leake@indiana.edu::" providerId="AD" clId="Web-{CC23B38D-C814-6FB0-433B-EA2043EC1372}"/>
    <pc:docChg chg="modSld">
      <pc:chgData name="leake@indiana.edu" userId="S::urn:spo:guest#leake@indiana.edu::" providerId="AD" clId="Web-{CC23B38D-C814-6FB0-433B-EA2043EC1372}" dt="2024-06-26T14:45:36.563" v="7" actId="20577"/>
      <pc:docMkLst>
        <pc:docMk/>
      </pc:docMkLst>
      <pc:sldChg chg="modSp addAnim modAnim">
        <pc:chgData name="leake@indiana.edu" userId="S::urn:spo:guest#leake@indiana.edu::" providerId="AD" clId="Web-{CC23B38D-C814-6FB0-433B-EA2043EC1372}" dt="2024-06-26T14:45:36.563" v="7" actId="20577"/>
        <pc:sldMkLst>
          <pc:docMk/>
          <pc:sldMk cId="1416125810" sldId="263"/>
        </pc:sldMkLst>
      </pc:sldChg>
    </pc:docChg>
  </pc:docChgLst>
</pc:chgInfo>
</file>

<file path=ppt/comments/modernComment_11C_4BD3A78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96213D1-8CC9-4297-ACE1-CB807FE76F1D}" authorId="{B642114D-C3D1-4343-8595-51C660C8C236}" created="2024-06-15T02:45:13.48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272162176" sldId="284"/>
      <ac:spMk id="3" creationId="{72BF38D7-0601-861D-DEAE-8AE173ECAD26}"/>
      <ac:txMk cp="235">
        <ac:context len="347" hash="3132144881"/>
      </ac:txMk>
    </ac:txMkLst>
    <p188:pos x="6987396" y="3464943"/>
    <p188:replyLst>
      <p188:reply id="{B48650FF-E366-4C56-BE32-87C32480ADF5}" authorId="{D7DDA2D3-132B-E629-30EC-91EB14D8FD5E}" created="2024-06-21T11:54:25.157">
        <p188:txBody>
          <a:bodyPr/>
          <a:lstStyle/>
          <a:p>
            <a:r>
              <a:rPr lang="en-US"/>
              <a:t>added a slide after this</a:t>
            </a:r>
          </a:p>
        </p188:txBody>
      </p188:reply>
    </p188:replyLst>
    <p188:txBody>
      <a:bodyPr/>
      <a:lstStyle/>
      <a:p>
        <a:r>
          <a:rPr lang="en-US"/>
          <a:t>It might be good to have a separate data sets slide to give space for a couple of bullets saying why we used the generated sets</a:t>
        </a:r>
      </a:p>
    </p188:txBody>
  </p188:cm>
  <p188:cm id="{47CBD4C6-5E74-4529-AFDC-418259BE5E0C}" authorId="{B642114D-C3D1-4343-8595-51C660C8C236}" created="2024-06-19T19:21:02.62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272162176" sldId="284"/>
      <ac:spMk id="2" creationId="{CD489CD6-15C2-12D1-05AE-23B60F464858}"/>
      <ac:txMk cp="0" len="10">
        <ac:context len="34" hash="2789843669"/>
      </ac:txMk>
    </ac:txMkLst>
    <p188:pos x="2674188" y="862641"/>
    <p188:replyLst>
      <p188:reply id="{FDBBAFF2-AAAD-4016-BC61-99686BAE4EE8}" authorId="{D7DDA2D3-132B-E629-30EC-91EB14D8FD5E}" created="2024-06-21T11:52:03.965">
        <p188:txBody>
          <a:bodyPr/>
          <a:lstStyle/>
          <a:p>
            <a:r>
              <a:rPr lang="en-US"/>
              <a:t>Added a slide before this</a:t>
            </a:r>
          </a:p>
        </p188:txBody>
      </p188:reply>
    </p188:replyLst>
    <p188:txBody>
      <a:bodyPr/>
      <a:lstStyle/>
      <a:p>
        <a:r>
          <a:rPr lang="en-US"/>
          <a:t>At the start of the evaluation section, could you add a slide listing the hypotheses/experimental questions?</a:t>
        </a:r>
      </a:p>
    </p188:txBody>
  </p188:cm>
</p188:cmLst>
</file>

<file path=ppt/comments/modernComment_11E_F9B9C9A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4E055F7-913E-4FF0-87D9-2908B6FB9C9B}" authorId="{B642114D-C3D1-4343-8595-51C660C8C236}" created="2024-06-15T02:49:01.65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189702568" sldId="286"/>
      <ac:spMk id="3" creationId="{CA48DD96-8FAD-0753-B659-E0A67368D194}"/>
    </ac:deMkLst>
    <p188:replyLst>
      <p188:reply id="{1D7E82B9-F265-4D8F-80F4-215046EB16F8}" authorId="{D7DDA2D3-132B-E629-30EC-91EB14D8FD5E}" created="2024-06-21T15:46:25.868">
        <p188:txBody>
          <a:bodyPr/>
          <a:lstStyle/>
          <a:p>
            <a:r>
              <a:rPr lang="en-US"/>
              <a:t>I updated this. but I am not sure how to better explain this in fewer words. Basically, NN-kNN uses cases, which provides a starting point for the model to learn, which is why I say it's case base knowledge. </a:t>
            </a:r>
          </a:p>
        </p188:txBody>
      </p188:reply>
      <p188:reply id="{AC851C75-976E-4933-8427-3B5E3D59FC2C}" authorId="{D7DDA2D3-132B-E629-30EC-91EB14D8FD5E}" created="2024-06-21T15:54:14.681">
        <p188:txBody>
          <a:bodyPr/>
          <a:lstStyle/>
          <a:p>
            <a:r>
              <a:rPr lang="en-US"/>
              <a:t>I added a slide later. maybe we can make this slide briefer</a:t>
            </a:r>
          </a:p>
        </p188:txBody>
      </p188:reply>
    </p188:replyLst>
    <p188:txBody>
      <a:bodyPr/>
      <a:lstStyle/>
      <a:p>
        <a:r>
          <a:rPr lang="en-US"/>
          <a:t>I like this point but it isn't obvious to me why this would be expected to cause better performance.   If there's a simple explanation that would be great, and otherwise we could make this into a separate bullet of its own</a:t>
        </a:r>
      </a:p>
    </p188:txBody>
  </p188:cm>
</p188:cmLst>
</file>

<file path=ppt/comments/modernComment_102_9A6ABE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6027EB9-5DAE-43BA-94DF-DB44B1E1F24B}" authorId="{B642114D-C3D1-4343-8595-51C660C8C236}" created="2024-06-19T20:18:21.2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590686842" sldId="258"/>
      <ac:spMk id="2" creationId="{EA6D68C6-C10F-55BE-A9FA-FD43F9A2B10A}"/>
      <ac:txMk cp="0" len="4">
        <ac:context len="5" hash="107046436"/>
      </ac:txMk>
    </ac:txMkLst>
    <p188:pos x="1710905" y="1193320"/>
    <p188:replyLst>
      <p188:reply id="{0D68EA39-3430-4D1C-93C1-087E14245E99}" authorId="{D7DDA2D3-132B-E629-30EC-91EB14D8FD5E}" created="2024-06-21T10:57:41.314">
        <p188:txBody>
          <a:bodyPr/>
          <a:lstStyle/>
          <a:p>
            <a:r>
              <a:rPr lang="en-US"/>
              <a:t>I vaguely remember it's from lord of the rings, the Hobbits. The original text was something like " why shouldn't I take it myself", and then he put on the ring.</a:t>
            </a:r>
          </a:p>
        </p188:txBody>
      </p188:reply>
    </p188:replyLst>
    <p188:txBody>
      <a:bodyPr/>
      <a:lstStyle/>
      <a:p>
        <a:r>
          <a:rPr lang="en-US"/>
          <a:t>This looks very familiar, but could you please remind me of the story of the image?   Thanks!</a:t>
        </a:r>
      </a:p>
    </p188:txBody>
  </p188:cm>
</p188:cmLst>
</file>

<file path=ppt/comments/modernComment_103_85080AC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C1DE095-3937-4D36-8E80-650804E59344}" authorId="{B642114D-C3D1-4343-8595-51C660C8C236}" created="2024-06-11T02:48:26.25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31896775" sldId="259"/>
      <ac:spMk id="3" creationId="{73137C07-2981-DA35-DCE3-9EAB21D06181}"/>
      <ac:txMk cp="0" len="102">
        <ac:context len="255" hash="3513453910"/>
      </ac:txMk>
    </ac:txMkLst>
    <p188:pos x="1739660" y="1437735"/>
    <p188:replyLst>
      <p188:reply id="{942C53CB-F3E1-4F15-B5E4-B1BEDAEA40CE}" authorId="{D7DDA2D3-132B-E629-30EC-91EB14D8FD5E}" created="2024-06-21T11:06:14.270">
        <p188:txBody>
          <a:bodyPr/>
          <a:lstStyle/>
          <a:p>
            <a:r>
              <a:rPr lang="en-US"/>
              <a:t>Yes. That's exactly right!</a:t>
            </a:r>
          </a:p>
        </p188:txBody>
      </p188:reply>
    </p188:replyLst>
    <p188:txBody>
      <a:bodyPr/>
      <a:lstStyle/>
      <a:p>
        <a:r>
          <a:rPr lang="en-US"/>
          <a:t>I think it's good to mention this, but I think that NNs as universal approximators applies to any architecture (with some constraints).   I see our contribution as the specific architecture, which forces certain meanings for nodes and links and is what makes it interpretable</a:t>
        </a:r>
      </a:p>
    </p188:txBody>
  </p188:cm>
</p188:cmLst>
</file>

<file path=ppt/comments/modernComment_104_2B377B1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2511B4F-0375-4A85-9DD5-29E0319AE67D}" authorId="{B642114D-C3D1-4343-8595-51C660C8C236}" created="2024-06-11T00:50:22.43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25056272" sldId="260"/>
      <ac:spMk id="3" creationId="{490A32AE-09AF-697F-37D8-D39DC76818DB}"/>
      <ac:txMk cp="76" len="241">
        <ac:context len="318" hash="845199083"/>
      </ac:txMk>
    </ac:txMkLst>
    <p188:pos x="5420264" y="2889849"/>
    <p188:replyLst>
      <p188:reply id="{40C526D9-D4F9-4A47-BE28-C2475FFF0AD1}" authorId="{D7DDA2D3-132B-E629-30EC-91EB14D8FD5E}" created="2024-06-21T10:58:43.691">
        <p188:txBody>
          <a:bodyPr/>
          <a:lstStyle/>
          <a:p>
            <a:r>
              <a:rPr lang="en-US"/>
              <a:t>Sure! We can talk over this.</a:t>
            </a:r>
          </a:p>
        </p188:txBody>
      </p188:reply>
    </p188:replyLst>
    <p188:txBody>
      <a:bodyPr/>
      <a:lstStyle/>
      <a:p>
        <a:r>
          <a:rPr lang="en-US"/>
          <a:t>I think it may be good to elaborate just a bit on what's meant by some of these; we can discuss this</a:t>
        </a:r>
      </a:p>
    </p188:txBody>
  </p188:cm>
</p188:cmLst>
</file>

<file path=ppt/comments/modernComment_115_4E9DB72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ABBDAA9-30DD-49FE-9E51-981AC49D93BE}" authorId="{B642114D-C3D1-4343-8595-51C660C8C236}" created="2024-06-15T02:34:55.01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318958884" sldId="277"/>
      <ac:spMk id="3" creationId="{A6CBBF7C-0D01-AA6B-FF12-DF969E8ABBF3}"/>
      <ac:txMk cp="176">
        <ac:context len="293" hash="2354809770"/>
      </ac:txMk>
    </ac:txMkLst>
    <p188:pos x="6829245" y="1912188"/>
    <p188:replyLst>
      <p188:reply id="{F7AB9E85-04E4-4F0F-BCE4-1DED5EBE8509}" authorId="{D7DDA2D3-132B-E629-30EC-91EB14D8FD5E}" created="2024-06-21T11:29:01.633">
        <p188:txBody>
          <a:bodyPr/>
          <a:lstStyle/>
          <a:p>
            <a:r>
              <a:rPr lang="en-US"/>
              <a:t>corrected</a:t>
            </a:r>
          </a:p>
        </p188:txBody>
      </p188:reply>
    </p188:replyLst>
    <p188:txBody>
      <a:bodyPr/>
      <a:lstStyle/>
      <a:p>
        <a:r>
          <a:rPr lang="en-US"/>
          <a:t>Would it be correct to say "is just the inverse of"? (otherwise maybe we could say something like "intuitively reverses case difference")</a:t>
        </a:r>
      </a:p>
    </p188:txBody>
  </p188:cm>
</p188:cmLst>
</file>

<file path=ppt/comments/modernComment_118_611B0B3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6550DE3-04DC-49F0-8DE6-480E4D9A29F9}" authorId="{B642114D-C3D1-4343-8595-51C660C8C236}" created="2024-06-15T02:42:47.49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629162292" sldId="280"/>
      <ac:spMk id="3" creationId="{2B8BFA15-5D0A-4F09-2F9C-7678D7856C7C}"/>
      <ac:txMk cp="409" len="41">
        <ac:context len="451" hash="3489510780"/>
      </ac:txMk>
    </ac:txMkLst>
    <p188:pos x="9489056" y="4054415"/>
    <p188:replyLst>
      <p188:reply id="{BB496777-2939-441F-9F57-25ED9252BE64}" authorId="{D7DDA2D3-132B-E629-30EC-91EB14D8FD5E}" created="2024-06-21T11:35:24.100">
        <p188:txBody>
          <a:bodyPr/>
          <a:lstStyle/>
          <a:p>
            <a:r>
              <a:rPr lang="en-US"/>
              <a:t>I think both ways can work. Yes we can have a preset/pretrained adaptation attached, e.g. take majority vote of the top 5. I think it also makes sense to train it with the rest of the network using end-to-end training. I think either way works, really depends on if the user wants more interpretability, or if the user particularly wants a certain kind of adaptation </a:t>
            </a:r>
          </a:p>
        </p188:txBody>
      </p188:reply>
    </p188:replyLst>
    <p188:txBody>
      <a:bodyPr/>
      <a:lstStyle/>
      <a:p>
        <a:r>
          <a:rPr lang="en-US"/>
          <a:t>Would the idea here be appending a network that's been pretrained for a particular type of adaptation?
Also, could it make sense to simply add a network at the end that's intended to do adaptation, and then to train end-to-end?</a:t>
        </a:r>
      </a:p>
    </p188:txBody>
  </p188:cm>
  <p188:cm id="{A77045B4-6E68-4B59-8E17-4CB86BD09A49}" authorId="{B642114D-C3D1-4343-8595-51C660C8C236}" created="2024-06-19T19:19:09.03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629162292" sldId="280"/>
      <ac:spMk id="3" creationId="{2B8BFA15-5D0A-4F09-2F9C-7678D7856C7C}"/>
    </ac:deMkLst>
    <p188:replyLst>
      <p188:reply id="{CED4BBEC-394A-48FB-A05C-D7D883FC8CAE}" authorId="{D7DDA2D3-132B-E629-30EC-91EB14D8FD5E}" created="2024-06-21T11:32:58.767">
        <p188:txBody>
          <a:bodyPr/>
          <a:lstStyle/>
          <a:p>
            <a:r>
              <a:rPr lang="en-US"/>
              <a:t>Updated. I took away "simple". It's really not that simple, at least for first-time viewer. </a:t>
            </a:r>
          </a:p>
        </p188:txBody>
      </p188:reply>
    </p188:replyLst>
    <p188:txBody>
      <a:bodyPr/>
      <a:lstStyle/>
      <a:p>
        <a:r>
          <a:rPr lang="en-US"/>
          <a:t>I'm not quite sure what's meant by the simple form we presented---didn't we present the general NN-kNN?   Or is this referring to the very simple adaptation?  Somewhere it might be good to have a slide devoted to questions about adaptation</a:t>
        </a:r>
      </a:p>
    </p188:txBody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4T21:37:16.3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7414 13548 16383 0 0,'-5'0'0'0'0,"-6"0"0"0"0,-7 0 0 0 0,-5 0 0 0 0,-3 0 0 0 0,-3 0 0 0 0,-1 0 0 0 0,0 0 0 0 0,0 0 0 0 0,0 0 0 0 0,0 0 0 0 0,0 0 0 0 0,1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0,5 5 0 0 0,2 2 0 0 0,-1-1 0 0 0,-1-1 0 0 0,-1-1 0 0 0,-2-2 0 0 0,-1 4 0 0 0,0 1 0 0 0,-1-1 0 0 0,0-1 0 0 0,-1-2 0 0 0,6 4 0 0 0,1 1 0 0 0,0-2 0 0 0,-1 4 0 0 0,-1 0 0 0 0,-2-2 0 0 0,-1 3 0 0 0,0 4 0 0 0,-1 0 0 0 0,0 2 0 0 0,-1 4 0 0 0,1-3 0 0 0,0 1 0 0 0,5 3 0 0 0,1-4 0 0 0,5 2 0 0 0,1-4 0 0 0,-2 1 0 0 0,-3-3 0 0 0,3 1 0 0 0,-1-1 0 0 0,3 1 0 0 0,0-2 0 0 0,3 3 0 0 0,-2 2 0 0 0,-2-1 0 0 0,1 1 0 0 0,-1 3 0 0 0,2 2 0 0 0,0-2 0 0 0,1 0 0 0 0,0-4 0 0 0,1 0 0 0 0,4 3 0 0 0,-2-3 0 0 0,1 1 0 0 0,-2-2 0 0 0,1 0 0 0 0,2 3 0 0 0,-1 3 0 0 0,0 3 0 0 0,3 2 0 0 0,2 1 0 0 0,-2-4 0 0 0,-1-1 0 0 0,2 1 0 0 0,2 0 0 0 0,2 2 0 0 0,1 1 0 0 0,-3-4 0 0 0,-2-1 0 0 0,1 1 0 0 0,1 1 0 0 0,-3 2 0 0 0,0 1 0 0 0,1 1 0 0 0,1 0 0 0 0,3 1 0 0 0,1 1 0 0 0,1-1 0 0 0,1 0 0 0 0,0 0 0 0 0,0 1 0 0 0,1-1 0 0 0,-1 0 0 0 0,0 0 0 0 0,0 0 0 0 0,0 0 0 0 0,0 0 0 0 0,0 0 0 0 0,0 0 0 0 0,0 0 0 0 0,0 0 0 0 0,0 0 0 0 0,0 0 0 0 0,0 0 0 0 0,0 5 0 0 0,0 1 0 0 0,5 0 0 0 0,2-1 0 0 0,-1-1 0 0 0,-1-2 0 0 0,-1-1 0 0 0,-2 0 0 0 0,4-1 0 0 0,1 0 0 0 0,-1-1 0 0 0,4-4 0 0 0,0-2 0 0 0,-2 1 0 0 0,-2 1 0 0 0,3-4 0 0 0,0 0 0 0 0,3 2 0 0 0,0 2 0 0 0,-3 1 0 0 0,3-3 0 0 0,-1 0 0 0 0,-3 0 0 0 0,3-3 0 0 0,0 1 0 0 0,-3 0 0 0 0,2 4 0 0 0,5 1 0 0 0,0 2 0 0 0,-3 1 0 0 0,1-4 0 0 0,-1-2 0 0 0,3-3 0 0 0,-3-2 0 0 0,-2 3 0 0 0,2-3 0 0 0,-1 1 0 0 0,2-3 0 0 0,-1 1 0 0 0,3-2 0 0 0,-2 2 0 0 0,3-3 0 0 0,-3 2 0 0 0,-2 4 0 0 0,1-2 0 0 0,4-4 0 0 0,-1 1 0 0 0,2-2 0 0 0,-2 2 0 0 0,1-1 0 0 0,-1 1 0 0 0,0 4 0 0 0,4-1 0 0 0,3 1 0 0 0,3-2 0 0 0,-3 1 0 0 0,0-3 0 0 0,-4 2 0 0 0,0-2 0 0 0,1 1 0 0 0,4-1 0 0 0,1 1 0 0 0,3-1 0 0 0,1 1 0 0 0,1-2 0 0 0,-5 3 0 0 0,-1-3 0 0 0,-5 3 0 0 0,0-3 0 0 0,2-2 0 0 0,1 1 0 0 0,4-1 0 0 0,-4 2 0 0 0,0-1 0 0 0,2-2 0 0 0,1 1 0 0 0,2 0 0 0 0,1 2 0 0 0,1 0 0 0 0,-4 1 0 0 0,-1 0 0 0 0,0 1 0 0 0,1-1 0 0 0,2-4 0 0 0,-4 3 0 0 0,0-3 0 0 0,0-1 0 0 0,-3 1 0 0 0,0 0 0 0 0,-3 3 0 0 0,0-1 0 0 0,3-2 0 0 0,3 2 0 0 0,3-1 0 0 0,1-3 0 0 0,-3 3 0 0 0,0-1 0 0 0,0-2 0 0 0,1-2 0 0 0,-2 2 0 0 0,-2 1 0 0 0,-3 2 0 0 0,0 1 0 0 0,2-3 0 0 0,3-2 0 0 0,3 3 0 0 0,2-2 0 0 0,1 0 0 0 0,0-3 0 0 0,-3 3 0 0 0,-2 0 0 0 0,0-1 0 0 0,1-2 0 0 0,2 3 0 0 0,1 1 0 0 0,1-2 0 0 0,-4 3 0 0 0,-2 0 0 0 0,1-2 0 0 0,1-2 0 0 0,2-2 0 0 0,1-2 0 0 0,-4 3 0 0 0,-1 2 0 0 0,1-1 0 0 0,1-1 0 0 0,2-2 0 0 0,1-1 0 0 0,1 4 0 0 0,0 0 0 0 0,1 1 0 0 0,1-3 0 0 0,-1 0 0 0 0,0-2 0 0 0,-4 4 0 0 0,-3 0 0 0 0,1 1 0 0 0,-4 2 0 0 0,0 1 0 0 0,1-2 0 0 0,3-2 0 0 0,2-2 0 0 0,2-1 0 0 0,1-3 0 0 0,1 1 0 0 0,0-2 0 0 0,0 1 0 0 0,1 0 0 0 0,-1-1 0 0 0,0 1 0 0 0,1 0 0 0 0,-1 0 0 0 0,0 0 0 0 0,0 0 0 0 0,0 0 0 0 0,0 0 0 0 0,0 0 0 0 0,0 0 0 0 0,0 0 0 0 0,-5-5 0 0 0,-2-2 0 0 0,1 1 0 0 0,1 1 0 0 0,-4-4 0 0 0,0 1 0 0 0,2 0 0 0 0,2 3 0 0 0,-4-4 0 0 0,0 1 0 0 0,2 0 0 0 0,-3-2 0 0 0,-5-5 0 0 0,1 1 0 0 0,1 2 0 0 0,0-2 0 0 0,1 2 0 0 0,-3-3 0 0 0,2 3 0 0 0,-1-3 0 0 0,0 1 0 0 0,-1-1 0 0 0,1 1 0 0 0,-1-1 0 0 0,1 1 0 0 0,-1-1 0 0 0,1 1 0 0 0,-2-1 0 0 0,-2-4 0 0 0,1 2 0 0 0,4-1 0 0 0,-2-3 0 0 0,3-2 0 0 0,-2-3 0 0 0,2-1 0 0 0,-3-2 0 0 0,2 5 0 0 0,-2 1 0 0 0,-4 0 0 0 0,2 4 0 0 0,-1-1 0 0 0,2 0 0 0 0,-1-3 0 0 0,-2-2 0 0 0,1 3 0 0 0,0 0 0 0 0,-3 0 0 0 0,3 2 0 0 0,-1 1 0 0 0,-2-2 0 0 0,-2-2 0 0 0,2 3 0 0 0,1-1 0 0 0,-2 0 0 0 0,2 2 0 0 0,1 0 0 0 0,-2-2 0 0 0,-2-3 0 0 0,3 4 0 0 0,-1 0 0 0 0,-1-2 0 0 0,-2-2 0 0 0,4-2 0 0 0,-1-1 0 0 0,-1-1 0 0 0,-2-1 0 0 0,-1 0 0 0 0,2 4 0 0 0,2 2 0 0 0,3 0 0 0 0,0-1 0 0 0,-1-1 0 0 0,-3-2 0 0 0,-3-1 0 0 0,-1-1 0 0 0,3 5 0 0 0,0 2 0 0 0,0-1 0 0 0,-1-2 0 0 0,-2 0 0 0 0,-1-2 0 0 0,-1-1 0 0 0,-1-1 0 0 0,5 5 0 0 0,1 2 0 0 0,0-1 0 0 0,-1-2 0 0 0,-2 0 0 0 0,-1-2 0 0 0,-1-1 0 0 0,0-1 0 0 0,-1 0 0 0 0,0 0 0 0 0,-1 0 0 0 0,1 0 0 0 0,0-1 0 0 0,0 1 0 0 0,0 0 0 0 0,0 0 0 0 0,0 0 0 0 0,0 0 0 0 0,0 0 0 0 0,0 0 0 0 0,0 0 0 0 0,0 0 0 0 0,0 0 0 0 0,0 0 0 0 0,0 0 0 0 0,0 0 0 0 0,0 0 0 0 0,0 0 0 0 0,0 0 0 0 0,0 0 0 0 0,0 0 0 0 0,-5 0 0 0 0,-2 0 0 0 0,1 0 0 0 0,1 0 0 0 0,1 0 0 0 0,2 0 0 0 0,-4 5 0 0 0,-1 2 0 0 0,1-1 0 0 0,-4-1 0 0 0,0-1 0 0 0,2-2 0 0 0,-3-1 0 0 0,1 0 0 0 0,1-1 0 0 0,3-1 0 0 0,-3 6 0 0 0,1 1 0 0 0,1 0 0 0 0,-3 4 0 0 0,0 0 0 0 0,-3 4 0 0 0,1-2 0 0 0,2-1 0 0 0,3-4 0 0 0,-2 3 0 0 0,0-1 0 0 0,2-2 0 0 0,1-2 0 0 0,-2 3 0 0 0,0 0 0 0 0,1-1 0 0 0,-3 3 0 0 0,0 0 0 0 0,-3 3 0 0 0,1-1 0 0 0,-3-2 0 0 0,1-3 0 0 0,4-2 0 0 0,-3 2 0 0 0,2 0 0 0 0,3 0 0 0 0,-3-3 0 0 0,1-1 0 0 0,-3 4 0 0 0,-4 0 0 0 0,-4 0 0 0 0,1-2 0 0 0,0 3 0 0 0,3 0 0 0 0,-1 4 0 0 0,3 0 0 0 0,-1 3 0 0 0,-3-2 0 0 0,2-2 0 0 0,-1 2 0 0 0,-2-2 0 0 0,-3 2 0 0 0,-3 0 0 0 0,-1 1 0 0 0,3 0 0 0 0,2-4 0 0 0,-1 2 0 0 0,-2 4 0 0 0,4-1 0 0 0,1 2 0 0 0,-2 3 0 0 0,-2 3 0 0 0,4-2 0 0 0,-1-1 0 0 0,-1 3 0 0 0,4-4 0 0 0,-2 0 0 0 0,0 3 0 0 0,1-4 0 0 0,1 1 0 0 0,-3 2 0 0 0,-2 2 0 0 0,-2 2 0 0 0,2-3 0 0 0,2 0 0 0 0,-2 0 0 0 0,-1 3 0 0 0,-2 1 0 0 0,-1 1 0 0 0,-2 1 0 0 0,6-4 0 0 0,0-2 0 0 0,0 2 0 0 0,-1 0 0 0 0,-2 1 0 0 0,-1 2 0 0 0,-1 1 0 0 0,-1 1 0 0 0,0 0 0 0 0,0 0 0 0 0,0 1 0 0 0,0-1 0 0 0,0 0 0 0 0,-1 0 0 0 0,1 0 0 0 0,0 0 0 0 0,0 0 0 0 0,5 5 0 0 0,2 2 0 0 0,-1-1 0 0 0,-1-1 0 0 0,4 4 0 0 0,-1-1 0 0 0,5 5 0 0 0,-1-1 0 0 0,-2-2 0 0 0,2 2 0 0 0,-1-1 0 0 0,-3-3 0 0 0,3 3 0 0 0,0 0 0 0 0,2 2 0 0 0,4 4 0 0 0,-1-1 0 0 0,-3-3 0 0 0,2 1 0 0 0,-3-1 0 0 0,2 1 0 0 0,-1-1 0 0 0,-3-3 0 0 0,1 1 0 0 0,0 0 0 0 0,2 2 0 0 0,4-1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4T21:37:16.4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11503 6482 16383 0 0,'-5'0'0'0'0,"-7"0"0"0"0,-1 5 0 0 0,-3 2 0 0 0,-4-1 0 0 0,1 4 0 0 0,0 0 0 0 0,-3-1 0 0 0,-2-3 0 0 0,-2-2 0 0 0,3 3 0 0 0,1 1 0 0 0,0-2 0 0 0,-3-1 0 0 0,-1-2 0 0 0,-1 4 0 0 0,-1 0 0 0 0,-1 0 0 0 0,0-3 0 0 0,0 0 0 0 0,5 2 0 0 0,1 2 0 0 0,0-2 0 0 0,-1-1 0 0 0,-2-1 0 0 0,0-2 0 0 0,-2-2 0 0 0,-1 1 0 0 0,5 4 0 0 0,2 1 0 0 0,-2 0 0 0 0,0-2 0 0 0,-1 5 0 0 0,-2-1 0 0 0,-1 0 0 0 0,-1-3 0 0 0,0-1 0 0 0,0-2 0 0 0,0-1 0 0 0,0 4 0 0 0,-1 1 0 0 0,1 0 0 0 0,0-1 0 0 0,0-2 0 0 0,0-1 0 0 0,0-1 0 0 0,0-1 0 0 0,0 0 0 0 0,0 0 0 0 0,0 0 0 0 0,0 0 0 0 0,0 0 0 0 0,0-1 0 0 0,0 1 0 0 0,0 0 0 0 0,0 0 0 0 0,0 0 0 0 0,0 0 0 0 0,0 0 0 0 0,0 5 0 0 0,0 2 0 0 0,0-1 0 0 0,0-1 0 0 0,0-1 0 0 0,0-2 0 0 0,0-1 0 0 0,0-1 0 0 0,0 1 0 0 0,0-2 0 0 0,0 1 0 0 0,0 0 0 0 0,0 0 0 0 0,0-1 0 0 0,0 1 0 0 0,0 0 0 0 0,0 0 0 0 0,0 0 0 0 0,0 0 0 0 0,0 0 0 0 0,0 0 0 0 0,0 0 0 0 0,0 0 0 0 0,0 0 0 0 0,5 5 0 0 0,2 2 0 0 0,-1-1 0 0 0,-1-1 0 0 0,-1-1 0 0 0,3 3 0 0 0,1 1 0 0 0,-2-2 0 0 0,-1-1 0 0 0,-1-1 0 0 0,-2-2 0 0 0,3 3 0 0 0,2 2 0 0 0,-1-1 0 0 0,-1-1 0 0 0,-2-2 0 0 0,4 4 0 0 0,1 1 0 0 0,-2-2 0 0 0,-1-1 0 0 0,4 4 0 0 0,4 4 0 0 0,1 1 0 0 0,-3-3 0 0 0,-2 3 0 0 0,-4-2 0 0 0,-2 2 0 0 0,-1-1 0 0 0,3 2 0 0 0,6 3 0 0 0,1-1 0 0 0,-1-3 0 0 0,2 0 0 0 0,-1-2 0 0 0,3 2 0 0 0,-2-1 0 0 0,2 2 0 0 0,3 3 0 0 0,-1-1 0 0 0,-3-4 0 0 0,0 1 0 0 0,3 3 0 0 0,-1-1 0 0 0,1 1 0 0 0,3 3 0 0 0,-2-2 0 0 0,1 1 0 0 0,2 2 0 0 0,-2-2 0 0 0,0 0 0 0 0,-3 2 0 0 0,1 2 0 0 0,2 2 0 0 0,-2-2 0 0 0,1-2 0 0 0,3 2 0 0 0,2 1 0 0 0,2 2 0 0 0,2 1 0 0 0,2 2 0 0 0,0-1 0 0 0,-5 2 0 0 0,-1-1 0 0 0,1 0 0 0 0,0 0 0 0 0,2 1 0 0 0,0-1 0 0 0,2 0 0 0 0,1 0 0 0 0,0 0 0 0 0,0 0 0 0 0,0 0 0 0 0,1 0 0 0 0,-1 0 0 0 0,0 0 0 0 0,0 0 0 0 0,0 0 0 0 0,0 0 0 0 0,0 0 0 0 0,0 0 0 0 0,0 0 0 0 0,0 0 0 0 0,0 0 0 0 0,0 0 0 0 0,0 0 0 0 0,0 0 0 0 0,0 0 0 0 0,5-5 0 0 0,2-2 0 0 0,-1 1 0 0 0,-1 1 0 0 0,-2 1 0 0 0,0 2 0 0 0,3-4 0 0 0,1-1 0 0 0,-1 1 0 0 0,4-4 0 0 0,0 0 0 0 0,-2 2 0 0 0,-2 2 0 0 0,3-3 0 0 0,-1 0 0 0 0,0 2 0 0 0,2-3 0 0 0,0 0 0 0 0,-2 2 0 0 0,-2 2 0 0 0,2-2 0 0 0,6-6 0 0 0,-1 0 0 0 0,-1 3 0 0 0,1-2 0 0 0,-1 1 0 0 0,-3 3 0 0 0,2-3 0 0 0,0 2 0 0 0,2 2 0 0 0,4-3 0 0 0,-1 1 0 0 0,-3 2 0 0 0,1-2 0 0 0,-1 0 0 0 0,1-3 0 0 0,-1 0 0 0 0,1-1 0 0 0,5-5 0 0 0,-3 2 0 0 0,3 3 0 0 0,1 0 0 0 0,-1 2 0 0 0,0-3 0 0 0,2-2 0 0 0,-2 0 0 0 0,0 0 0 0 0,-3 1 0 0 0,0-1 0 0 0,-1 3 0 0 0,0-2 0 0 0,4-3 0 0 0,2 2 0 0 0,4-1 0 0 0,2 3 0 0 0,1-2 0 0 0,1-2 0 0 0,-4 1 0 0 0,-2 0 0 0 0,0-3 0 0 0,-4 3 0 0 0,1-1 0 0 0,0-2 0 0 0,-2 3 0 0 0,1-1 0 0 0,1-2 0 0 0,-2 3 0 0 0,1-1 0 0 0,2-2 0 0 0,2-2 0 0 0,2-3 0 0 0,-3 4 0 0 0,0 0 0 0 0,1 0 0 0 0,1-3 0 0 0,2-1 0 0 0,-4 4 0 0 0,0 1 0 0 0,0-2 0 0 0,-2 4 0 0 0,-1 0 0 0 0,2-2 0 0 0,2-2 0 0 0,2-2 0 0 0,-3 3 0 0 0,-1 0 0 0 0,2 0 0 0 0,1-3 0 0 0,2-1 0 0 0,-4 4 0 0 0,0 1 0 0 0,0-2 0 0 0,2-1 0 0 0,2-2 0 0 0,1-1 0 0 0,-4 4 0 0 0,0 1 0 0 0,-1-1 0 0 0,-2 4 0 0 0,-1-1 0 0 0,2 0 0 0 0,2-3 0 0 0,2-3 0 0 0,2 0 0 0 0,1-2 0 0 0,1-1 0 0 0,-5 4 0 0 0,4 3 0 0 0,1-2 0 0 0,2 0 0 0 0,0-2 0 0 0,-1-1 0 0 0,-5 4 0 0 0,-1 1 0 0 0,-1 0 0 0 0,1-2 0 0 0,1-2 0 0 0,2-1 0 0 0,1-1 0 0 0,0-1 0 0 0,1 0 0 0 0,0 0 0 0 0,1 0 0 0 0,-6 4 0 0 0,-1 3 0 0 0,0-1 0 0 0,1-1 0 0 0,1-2 0 0 0,2-1 0 0 0,1 0 0 0 0,0-2 0 0 0,1 0 0 0 0,0 0 0 0 0,-4 4 0 0 0,-3 3 0 0 0,1-1 0 0 0,1-1 0 0 0,2-2 0 0 0,1-1 0 0 0,1 0 0 0 0,0-2 0 0 0,1 0 0 0 0,0 0 0 0 0,1 0 0 0 0,-1-1 0 0 0,0 1 0 0 0,0 0 0 0 0,0 0 0 0 0,0 0 0 0 0,0 0 0 0 0,0 0 0 0 0,0 0 0 0 0,0 0 0 0 0,0 0 0 0 0,0 0 0 0 0,0 0 0 0 0,0 0 0 0 0,0 0 0 0 0,0 0 0 0 0,0 0 0 0 0,0 0 0 0 0,0 0 0 0 0,0 0 0 0 0,0 0 0 0 0,0 0 0 0 0,0 0 0 0 0,0 0 0 0 0,0 0 0 0 0,0 0 0 0 0,0 0 0 0 0,0-5 0 0 0,0-2 0 0 0,0 1 0 0 0,0 1 0 0 0,0 1 0 0 0,0 2 0 0 0,0 1 0 0 0,0 1 0 0 0,0 0 0 0 0,0-5 0 0 0,0-1 0 0 0,0 0 0 0 0,0 1 0 0 0,0 1 0 0 0,0 2 0 0 0,0 1 0 0 0,0 1 0 0 0,0 0 0 0 0,0 0 0 0 0,-5-5 0 0 0,-1-1 0 0 0,-1 0 0 0 0,2 1 0 0 0,2 1 0 0 0,1 2 0 0 0,-5-4 0 0 0,0-1 0 0 0,1 1 0 0 0,-4-4 0 0 0,0 0 0 0 0,2 2 0 0 0,2 2 0 0 0,-3-3 0 0 0,1 0 0 0 0,1 2 0 0 0,1 2 0 0 0,3 2 0 0 0,-4-4 0 0 0,0 0 0 0 0,1 0 0 0 0,-4-2 0 0 0,0-1 0 0 0,2 2 0 0 0,-3-3 0 0 0,1 1 0 0 0,1 1 0 0 0,3 3 0 0 0,-2-2 0 0 0,-1-1 0 0 0,2 2 0 0 0,2-3 0 0 0,2 0 0 0 0,1 2 0 0 0,-4-3 0 0 0,0 1 0 0 0,-5-3 0 0 0,0 1 0 0 0,-4-3 0 0 0,2 1 0 0 0,2 4 0 0 0,-2-3 0 0 0,-3-2 0 0 0,1-1 0 0 0,-2 0 0 0 0,-3-4 0 0 0,2 1 0 0 0,-1 0 0 0 0,-3-2 0 0 0,4 3 0 0 0,-1-2 0 0 0,-2-1 0 0 0,2 3 0 0 0,0-1 0 0 0,-2-2 0 0 0,3 3 0 0 0,-1-1 0 0 0,-2-2 0 0 0,-2-2 0 0 0,3 3 0 0 0,-1-1 0 0 0,-1-1 0 0 0,-2-2 0 0 0,-2-2 0 0 0,-1-1 0 0 0,4 4 0 0 0,5 5 0 0 0,2 2 0 0 0,-2-2 0 0 0,-3-3 0 0 0,-2-2 0 0 0,2 2 0 0 0,0 0 0 0 0,-2-2 0 0 0,-1-1 0 0 0,-2-2 0 0 0,4-1 0 0 0,0-1 0 0 0,0-1 0 0 0,-3 0 0 0 0,0-1 0 0 0,-2 1 0 0 0,-2 0 0 0 0,6 4 0 0 0,0 3 0 0 0,0-1 0 0 0,4 4 0 0 0,0 0 0 0 0,-2-1 0 0 0,-2-3 0 0 0,-2-2 0 0 0,-2-2 0 0 0,-1-1 0 0 0,-1-1 0 0 0,0 0 0 0 0,0 0 0 0 0,-1-1 0 0 0,1 1 0 0 0,-1 0 0 0 0,1-1 0 0 0,0 1 0 0 0,-5 5 0 0 0,-1 2 0 0 0,-6-1 0 0 0,1-1 0 0 0,1-1 0 0 0,-2 3 0 0 0,1 1 0 0 0,2-2 0 0 0,-3 4 0 0 0,-3 5 0 0 0,0 0 0 0 0,3-3 0 0 0,-1 2 0 0 0,1-2 0 0 0,-2 3 0 0 0,1-3 0 0 0,-2 3 0 0 0,-3-1 0 0 0,1-4 0 0 0,-1 2 0 0 0,2-1 0 0 0,-1 2 0 0 0,3 0 0 0 0,3-4 0 0 0,-1 3 0 0 0,1-1 0 0 0,-2 2 0 0 0,1-1 0 0 0,-3 3 0 0 0,2-2 0 0 0,-2 3 0 0 0,1-3 0 0 0,-1 3 0 0 0,1-2 0 0 0,-2 1 0 0 0,3-1 0 0 0,-3 1 0 0 0,-2-1 0 0 0,-4 2 0 0 0,2-3 0 0 0,-1 3 0 0 0,4-3 0 0 0,0 3 0 0 0,2-3 0 0 0,-1 3 0 0 0,2-3 0 0 0,-1 3 0 0 0,-3 2 0 0 0,-4 4 0 0 0,3-2 0 0 0,-2 0 0 0 0,4-2 0 0 0,0-1 0 0 0,2-2 0 0 0,-1 1 0 0 0,-2 2 0 0 0,1-1 0 0 0,-1 1 0 0 0,-3 3 0 0 0,3-3 0 0 0,-1 1 0 0 0,-2 2 0 0 0,3-3 0 0 0,-1 1 0 0 0,3-3 0 0 0,-1 1 0 0 0,-2 2 0 0 0,2-2 0 0 0,-1 1 0 0 0,-3 3 0 0 0,-2 2 0 0 0,2-3 0 0 0,1 1 0 0 0,-2 1 0 0 0,-2 2 0 0 0,3-3 0 0 0,0-5 0 0 0,-1-1 0 0 0,-2 3 0 0 0,-1 3 0 0 0,2-3 0 0 0,2 2 0 0 0,-2 1 0 0 0,4-2 0 0 0,0 0 0 0 0,-2 2 0 0 0,-2 2 0 0 0,3-2 0 0 0,-1 0 0 0 0,-1 1 0 0 0,3-3 0 0 0,0 0 0 0 0,-2 2 0 0 0,-2 2 0 0 0,3-3 0 0 0,-1 1 0 0 0,-1 1 0 0 0,-1 1 0 0 0,-3 3 0 0 0,4-4 0 0 0,0 0 0 0 0,-1 1 0 0 0,-1 1 0 0 0,-2 2 0 0 0,4-4 0 0 0,1 0 0 0 0,-2 0 0 0 0,-1 2 0 0 0,3-3 0 0 0,1-1 0 0 0,-2 2 0 0 0,-2 2 0 0 0,-1 2 0 0 0,-2 1 0 0 0,3-4 0 0 0,2-1 0 0 0,-1 1 0 0 0,-1 1 0 0 0,-2 2 0 0 0,-1 1 0 0 0,-1 1 0 0 0,-1 1 0 0 0,5-5 0 0 0,1-1 0 0 0,0 0 0 0 0,-1 1 0 0 0,-1 2 0 0 0,-2 1 0 0 0,-1 0 0 0 0,-1 2 0 0 0,0 0 0 0 0,0 0 0 0 0,0 1 0 0 0,-1-1 0 0 0,1 0 0 0 0,0 0 0 0 0,0 0 0 0 0,0 0 0 0 0,0 0 0 0 0,0 0 0 0 0,5 0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4T21:37:16.4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11316 13869 16383 0 0,'-5'0'0'0'0,"-6"0"0"0"0,-7 0 0 0 0,-5 0 0 0 0,-3 0 0 0 0,-3 0 0 0 0,-1 0 0 0 0,0 0 0 0 0,0 0 0 0 0,0 0 0 0 0,0 0 0 0 0,0 0 0 0 0,1 0 0 0 0,0 0 0 0 0,0 0 0 0 0,0 0 0 0 0,0 0 0 0 0,0 0 0 0 0,0 0 0 0 0,0 0 0 0 0,0 0 0 0 0,0 0 0 0 0,0 0 0 0 0,0 0 0 0 0,0 0 0 0 0,0 0 0 0 0,0 0 0 0 0,0 0 0 0 0,0 0 0 0 0,5 5 0 0 0,2 2 0 0 0,-1-1 0 0 0,-1-1 0 0 0,-1-1 0 0 0,-2-2 0 0 0,-1-1 0 0 0,0 0 0 0 0,-1-1 0 0 0,-1-1 0 0 0,1 1 0 0 0,0 0 0 0 0,0 0 0 0 0,4 4 0 0 0,3 3 0 0 0,-1-1 0 0 0,-1-1 0 0 0,-1-1 0 0 0,3 3 0 0 0,1 1 0 0 0,-2-2 0 0 0,-1-1 0 0 0,-1-1 0 0 0,-2-2 0 0 0,4 4 0 0 0,0 0 0 0 0,1 0 0 0 0,-3-1 0 0 0,0-2 0 0 0,-2-1 0 0 0,3 4 0 0 0,2 1 0 0 0,-1-1 0 0 0,-1-1 0 0 0,-1-2 0 0 0,-2-1 0 0 0,3 4 0 0 0,2 1 0 0 0,0-1 0 0 0,2 4 0 0 0,1 0 0 0 0,-2-2 0 0 0,-2-2 0 0 0,-2 3 0 0 0,-2 0 0 0 0,-1-2 0 0 0,0-2 0 0 0,3 3 0 0 0,2 1 0 0 0,0-2 0 0 0,-1-2 0 0 0,-2 3 0 0 0,-1 1 0 0 0,4 3 0 0 0,1-1 0 0 0,0-1 0 0 0,-3-3 0 0 0,0 2 0 0 0,-2 0 0 0 0,-1-2 0 0 0,-1-2 0 0 0,5 4 0 0 0,1-1 0 0 0,0-1 0 0 0,4 3 0 0 0,0 0 0 0 0,-2-2 0 0 0,-2-2 0 0 0,3 2 0 0 0,0 1 0 0 0,3 3 0 0 0,0 0 0 0 0,-3-3 0 0 0,-2-2 0 0 0,3 2 0 0 0,-1 0 0 0 0,-2-2 0 0 0,3 3 0 0 0,0 0 0 0 0,-2-2 0 0 0,-3-2 0 0 0,4 2 0 0 0,4 6 0 0 0,1-1 0 0 0,2 4 0 0 0,-1-2 0 0 0,-3-4 0 0 0,1 2 0 0 0,3 4 0 0 0,4 3 0 0 0,-1-2 0 0 0,1 2 0 0 0,-4-3 0 0 0,2 0 0 0 0,2 3 0 0 0,2 3 0 0 0,3 2 0 0 0,-3 1 0 0 0,0 3 0 0 0,0 0 0 0 0,3 0 0 0 0,1 1 0 0 0,1-1 0 0 0,1 0 0 0 0,1 1 0 0 0,0-1 0 0 0,0 0 0 0 0,1 0 0 0 0,-1 0 0 0 0,0 0 0 0 0,0 0 0 0 0,0 0 0 0 0,0 0 0 0 0,0 0 0 0 0,5-5 0 0 0,2-2 0 0 0,-1 1 0 0 0,-1 1 0 0 0,-1 1 0 0 0,3-3 0 0 0,1 0 0 0 0,-2 0 0 0 0,-1 2 0 0 0,4-4 0 0 0,-1 1 0 0 0,4-4 0 0 0,0 0 0 0 0,-2 2 0 0 0,2 3 0 0 0,-1 3 0 0 0,2 2 0 0 0,0 1 0 0 0,-3 0 0 0 0,2-3 0 0 0,-1-2 0 0 0,2-5 0 0 0,-1 0 0 0 0,-2 1 0 0 0,2-2 0 0 0,-1 1 0 0 0,2 2 0 0 0,-1 3 0 0 0,3-3 0 0 0,-2 1 0 0 0,-2 1 0 0 0,1-3 0 0 0,-1 0 0 0 0,2-3 0 0 0,-1 1 0 0 0,3-3 0 0 0,-2 1 0 0 0,-2 4 0 0 0,1-3 0 0 0,-1 2 0 0 0,-3 3 0 0 0,3-3 0 0 0,4-4 0 0 0,-1 1 0 0 0,3-3 0 0 0,-2 2 0 0 0,-3 3 0 0 0,1-1 0 0 0,-2 2 0 0 0,3-2 0 0 0,-2 0 0 0 0,2-1 0 0 0,0 0 0 0 0,-4 4 0 0 0,2-2 0 0 0,-1 1 0 0 0,2-2 0 0 0,-1 1 0 0 0,3-3 0 0 0,3-3 0 0 0,-1 1 0 0 0,-3 3 0 0 0,0 0 0 0 0,-2 2 0 0 0,2-2 0 0 0,4 1 0 0 0,3-2 0 0 0,-1 2 0 0 0,0-2 0 0 0,-3 1 0 0 0,1-1 0 0 0,1 1 0 0 0,4-1 0 0 0,2-4 0 0 0,-3 2 0 0 0,-1-1 0 0 0,2-3 0 0 0,-4 3 0 0 0,1-1 0 0 0,-4 2 0 0 0,0 1 0 0 0,3-4 0 0 0,3 3 0 0 0,3-1 0 0 0,1-3 0 0 0,2 3 0 0 0,1-1 0 0 0,1-2 0 0 0,-1-2 0 0 0,-4 2 0 0 0,-2 1 0 0 0,0-2 0 0 0,1 3 0 0 0,2-1 0 0 0,0 0 0 0 0,2-4 0 0 0,1-1 0 0 0,0-2 0 0 0,-5 4 0 0 0,-1 0 0 0 0,0 0 0 0 0,1-1 0 0 0,1-2 0 0 0,2-1 0 0 0,1-1 0 0 0,1-1 0 0 0,0 0 0 0 0,-5 5 0 0 0,-1 1 0 0 0,0 0 0 0 0,1-1 0 0 0,1-2 0 0 0,2 0 0 0 0,1-2 0 0 0,1-1 0 0 0,0 0 0 0 0,0 5 0 0 0,0 1 0 0 0,5 0 0 0 0,2-1 0 0 0,-1-2 0 0 0,0 0 0 0 0,-8 3 0 0 0,-2 1 0 0 0,-1-1 0 0 0,0-1 0 0 0,2-2 0 0 0,0-1 0 0 0,2-1 0 0 0,0-1 0 0 0,1 0 0 0 0,0 0 0 0 0,0 0 0 0 0,0-1 0 0 0,0 1 0 0 0,1 0 0 0 0,-1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0,-5-5 0 0 0,-2-2 0 0 0,1 1 0 0 0,1 1 0 0 0,1 2 0 0 0,2 0 0 0 0,-4-3 0 0 0,-1-1 0 0 0,1 1 0 0 0,1 1 0 0 0,-4-3 0 0 0,1-1 0 0 0,1 2 0 0 0,1 2 0 0 0,3 1 0 0 0,-4-3 0 0 0,0 0 0 0 0,0-4 0 0 0,2-1 0 0 0,2 3 0 0 0,1 2 0 0 0,1-3 0 0 0,1 1 0 0 0,0 2 0 0 0,0 2 0 0 0,-4-3 0 0 0,-2-1 0 0 0,0 2 0 0 0,1 2 0 0 0,1 2 0 0 0,-3-4 0 0 0,-1 0 0 0 0,2 1 0 0 0,0-4 0 0 0,3 0 0 0 0,1 2 0 0 0,1 2 0 0 0,-4-3 0 0 0,-1 1 0 0 0,0 0 0 0 0,1 3 0 0 0,2 2 0 0 0,1 1 0 0 0,-4-4 0 0 0,-1 0 0 0 0,0 0 0 0 0,3 1 0 0 0,0 2 0 0 0,-3-4 0 0 0,0-1 0 0 0,-5-3 0 0 0,1-1 0 0 0,1 3 0 0 0,3 2 0 0 0,3-3 0 0 0,1 1 0 0 0,2 2 0 0 0,-4-3 0 0 0,-1 0 0 0 0,0 2 0 0 0,2-3 0 0 0,0 1 0 0 0,-2-3 0 0 0,-2 1 0 0 0,1 2 0 0 0,-3-2 0 0 0,1 1 0 0 0,0 3 0 0 0,-2-3 0 0 0,1 1 0 0 0,2 2 0 0 0,-3-3 0 0 0,0 1 0 0 0,-2-3 0 0 0,1 1 0 0 0,-3-3 0 0 0,2 1 0 0 0,2-1 0 0 0,4 1 0 0 0,-3-2 0 0 0,-3-2 0 0 0,-1 1 0 0 0,-2-2 0 0 0,1 3 0 0 0,4 0 0 0 0,-2-4 0 0 0,2 3 0 0 0,-3-2 0 0 0,-3-1 0 0 0,1 2 0 0 0,-2-1 0 0 0,-3-2 0 0 0,3 2 0 0 0,-1 0 0 0 0,-3-2 0 0 0,4 3 0 0 0,-1-1 0 0 0,-2-2 0 0 0,-3-2 0 0 0,-1-2 0 0 0,-2-2 0 0 0,-1-2 0 0 0,-1 0 0 0 0,-1 0 0 0 0,1 0 0 0 0,-1-1 0 0 0,1 1 0 0 0,0 0 0 0 0,-5-1 0 0 0,-2 1 0 0 0,1 0 0 0 0,1 0 0 0 0,-4 5 0 0 0,0 2 0 0 0,2-1 0 0 0,2-1 0 0 0,-4 4 0 0 0,0 0 0 0 0,2-2 0 0 0,-3 3 0 0 0,0 1 0 0 0,-3 2 0 0 0,1-1 0 0 0,2-2 0 0 0,-2 2 0 0 0,1-1 0 0 0,-3-2 0 0 0,2-3 0 0 0,-3 2 0 0 0,-3 1 0 0 0,1-2 0 0 0,-2-2 0 0 0,3-2 0 0 0,-1 3 0 0 0,3 2 0 0 0,-2-2 0 0 0,-3 4 0 0 0,2-1 0 0 0,-1 4 0 0 0,3 0 0 0 0,-2-3 0 0 0,3-3 0 0 0,-2 3 0 0 0,-3-1 0 0 0,-2-2 0 0 0,-4-2 0 0 0,3-2 0 0 0,0 4 0 0 0,-1 0 0 0 0,-1-1 0 0 0,-2 4 0 0 0,3 0 0 0 0,7-2 0 0 0,0 2 0 0 0,-2 6 0 0 0,2-1 0 0 0,-1 2 0 0 0,-3 3 0 0 0,3-2 0 0 0,-2 2 0 0 0,4-4 0 0 0,-2 1 0 0 0,-2-2 0 0 0,-4 1 0 0 0,3-3 0 0 0,0 2 0 0 0,-2 4 0 0 0,3-2 0 0 0,0 1 0 0 0,-2 2 0 0 0,2-1 0 0 0,1 0 0 0 0,2-3 0 0 0,-1 1 0 0 0,-2 2 0 0 0,2-2 0 0 0,-1 1 0 0 0,-3 3 0 0 0,3-3 0 0 0,-1 1 0 0 0,-2 2 0 0 0,-2 2 0 0 0,3-2 0 0 0,-1-1 0 0 0,-1 3 0 0 0,-2-4 0 0 0,-2 0 0 0 0,4-3 0 0 0,0 0 0 0 0,-1 4 0 0 0,-1 1 0 0 0,3-1 0 0 0,1 0 0 0 0,-2 2 0 0 0,-2-3 0 0 0,-1 0 0 0 0,-2 2 0 0 0,-1 3 0 0 0,4-4 0 0 0,1 1 0 0 0,0 1 0 0 0,4-3 0 0 0,-1 0 0 0 0,0 2 0 0 0,-3 2 0 0 0,-2-3 0 0 0,-2 1 0 0 0,-1 1 0 0 0,-1-3 0 0 0,0 0 0 0 0,-1 2 0 0 0,1 2 0 0 0,0-3 0 0 0,-1 1 0 0 0,1 1 0 0 0,5-3 0 0 0,2 0 0 0 0,-1 2 0 0 0,-1 2 0 0 0,-2 2 0 0 0,0 2 0 0 0,3-3 0 0 0,1-2 0 0 0,-1 1 0 0 0,-1 1 0 0 0,-2 2 0 0 0,-1 1 0 0 0,-1 1 0 0 0,0 1 0 0 0,3-5 0 0 0,3-1 0 0 0,-1 0 0 0 0,-2 1 0 0 0,0 2 0 0 0,-2 1 0 0 0,-1 1 0 0 0,-1 0 0 0 0,0-4 0 0 0,0-1 0 0 0,0 0 0 0 0,0 1 0 0 0,0 2 0 0 0,4-4 0 0 0,3-1 0 0 0,-1 1 0 0 0,-1 2 0 0 0,-1 2 0 0 0,-2 1 0 0 0,-1 1 0 0 0,0 1 0 0 0,-1 0 0 0 0,-1 0 0 0 0,1 1 0 0 0,0-1 0 0 0,0 0 0 0 0,4 0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4T21:37:16.6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16704 4187 16383 0 0,'-5'0'0'0'0,"-6"0"0"0"0,-7 0 0 0 0,-5 0 0 0 0,-3 0 0 0 0,2 5 0 0 0,1 2 0 0 0,-1-1 0 0 0,-1-1 0 0 0,-1-2 0 0 0,-2 0 0 0 0,0-2 0 0 0,-1-1 0 0 0,0 0 0 0 0,0 0 0 0 0,4 5 0 0 0,3 1 0 0 0,-1 0 0 0 0,-1-1 0 0 0,-2-2 0 0 0,-1 0 0 0 0,4 3 0 0 0,1 1 0 0 0,0-1 0 0 0,-2-1 0 0 0,3 3 0 0 0,0 1 0 0 0,0-2 0 0 0,-3-2 0 0 0,-2-1 0 0 0,-1-2 0 0 0,4 3 0 0 0,1 2 0 0 0,-1-1 0 0 0,-1-1 0 0 0,-2-2 0 0 0,-1-1 0 0 0,4 4 0 0 0,1 1 0 0 0,-1-1 0 0 0,-1-1 0 0 0,-2-2 0 0 0,-1-1 0 0 0,4 4 0 0 0,1 1 0 0 0,-1-1 0 0 0,-1 4 0 0 0,-2 0 0 0 0,-1-2 0 0 0,-1-2 0 0 0,4 3 0 0 0,2-1 0 0 0,-1 0 0 0 0,-2-3 0 0 0,0-2 0 0 0,3 4 0 0 0,0 0 0 0 0,0 0 0 0 0,3 2 0 0 0,0 1 0 0 0,-2-2 0 0 0,3 3 0 0 0,-1-1 0 0 0,-1-1 0 0 0,-3 2 0 0 0,-3-1 0 0 0,-1-2 0 0 0,4 3 0 0 0,1-1 0 0 0,-2-2 0 0 0,5 3 0 0 0,0 4 0 0 0,-2 0 0 0 0,-2-3 0 0 0,3 1 0 0 0,-1-1 0 0 0,4 2 0 0 0,0-1 0 0 0,-2-3 0 0 0,2 2 0 0 0,-2-2 0 0 0,4 4 0 0 0,-1-2 0 0 0,1 3 0 0 0,0-2 0 0 0,-4-3 0 0 0,3 2 0 0 0,-3-1 0 0 0,4 3 0 0 0,3 3 0 0 0,-1-1 0 0 0,2 2 0 0 0,-2-2 0 0 0,-4-4 0 0 0,1 1 0 0 0,-2-2 0 0 0,3 3 0 0 0,3 3 0 0 0,-1-1 0 0 0,2 2 0 0 0,-3 2 0 0 0,-3-2 0 0 0,1 2 0 0 0,3 1 0 0 0,-1-3 0 0 0,2 1 0 0 0,3 2 0 0 0,-2-2 0 0 0,1 0 0 0 0,2 2 0 0 0,2 2 0 0 0,-2-3 0 0 0,0 1 0 0 0,-4-4 0 0 0,0 0 0 0 0,3 3 0 0 0,2 2 0 0 0,-2-2 0 0 0,0 0 0 0 0,2 2 0 0 0,-3 1 0 0 0,0 3 0 0 0,2 1 0 0 0,2 2 0 0 0,3 0 0 0 0,-4-5 0 0 0,-1-1 0 0 0,2 0 0 0 0,-4 1 0 0 0,1 2 0 0 0,1 1 0 0 0,2 1 0 0 0,2 0 0 0 0,2 1 0 0 0,1 1 0 0 0,-4-6 0 0 0,-1-1 0 0 0,0-1 0 0 0,1 3 0 0 0,2 0 0 0 0,1 2 0 0 0,1 1 0 0 0,1 0 0 0 0,0 1 0 0 0,0 0 0 0 0,0 1 0 0 0,0-1 0 0 0,-4-5 0 0 0,-3-1 0 0 0,1 0 0 0 0,1 1 0 0 0,1 1 0 0 0,2 2 0 0 0,1 1 0 0 0,1 0 0 0 0,0 1 0 0 0,0 0 0 0 0,0 1 0 0 0,0-1 0 0 0,0 0 0 0 0,1 0 0 0 0,-1 0 0 0 0,0 0 0 0 0,0 0 0 0 0,0 0 0 0 0,0 0 0 0 0,0 0 0 0 0,0 0 0 0 0,0 0 0 0 0,0 0 0 0 0,0 0 0 0 0,0 0 0 0 0,0 0 0 0 0,0 0 0 0 0,0 0 0 0 0,0 0 0 0 0,0 0 0 0 0,0 0 0 0 0,0 0 0 0 0,0 0 0 0 0,0 0 0 0 0,0 0 0 0 0,-5 0 0 0 0,-2 15 0 0 0,1 5 0 0 0,1-1 0 0 0,1-4 0 0 0,2-5 0 0 0,1-3 0 0 0,1-3 0 0 0,0-3 0 0 0,0-1 0 0 0,0-1 0 0 0,0 1 0 0 0,0-1 0 0 0,1 0 0 0 0,-1 1 0 0 0,0-1 0 0 0,0 1 0 0 0,0 0 0 0 0,0 0 0 0 0,0 0 0 0 0,0 0 0 0 0,0 0 0 0 0,0 0 0 0 0,0 0 0 0 0,0 0 0 0 0,0 0 0 0 0,0 0 0 0 0,5 0 0 0 0,1 0 0 0 0,1 0 0 0 0,-2 0 0 0 0,-2 0 0 0 0,-1 0 0 0 0,0 0 0 0 0,-2 0 0 0 0,0 0 0 0 0,0 0 0 0 0,0 0 0 0 0,-1 0 0 0 0,1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5 0 0 0,0 1 0 0 0,5-4 0 0 0,1-4 0 0 0,1-1 0 0 0,-2 1 0 0 0,-2-1 0 0 0,-1 1 0 0 0,0 1 0 0 0,-2 1 0 0 0,0-1 0 0 0,0 1 0 0 0,0 0 0 0 0,-1 0 0 0 0,1 0 0 0 0,0 1 0 0 0,5-6 0 0 0,1-2 0 0 0,0 1 0 0 0,-1 1 0 0 0,-1 1 0 0 0,-2 2 0 0 0,4-4 0 0 0,1-1 0 0 0,0 1 0 0 0,-2 1 0 0 0,-2 2 0 0 0,-1 1 0 0 0,-1 1 0 0 0,-1 0 0 0 0,0 1 0 0 0,0 1 0 0 0,-1-1 0 0 0,1 0 0 0 0,5 0 0 0 0,1 1 0 0 0,0-1 0 0 0,-1 0 0 0 0,-1 0 0 0 0,-2 0 0 0 0,-1 0 0 0 0,0 0 0 0 0,-1 0 0 0 0,0 0 0 0 0,0 0 0 0 0,-1 0 0 0 0,6-5 0 0 0,1-2 0 0 0,1 1 0 0 0,-2 1 0 0 0,-2 1 0 0 0,-1 2 0 0 0,-1 1 0 0 0,0 0 0 0 0,-1 1 0 0 0,0 0 0 0 0,0 1 0 0 0,-1-1 0 0 0,1 0 0 0 0,5-5 0 0 0,1-1 0 0 0,0 0 0 0 0,-1 1 0 0 0,-1 1 0 0 0,3-3 0 0 0,1-1 0 0 0,-1 2 0 0 0,-2 0 0 0 0,-2 3 0 0 0,-1 1 0 0 0,-1 1 0 0 0,-1 1 0 0 0,0 0 0 0 0,0 0 0 0 0,-1 1 0 0 0,1-1 0 0 0,0 0 0 0 0,5 0 0 0 0,1 0 0 0 0,0 1 0 0 0,-1-1 0 0 0,-1-1 0 0 0,-2 1 0 0 0,-1 0 0 0 0,0 0 0 0 0,-1 0 0 0 0,0 0 0 0 0,0 0 0 0 0,-1 0 0 0 0,1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0,5 0 0 0 0,1 0 0 0 0,0 0 0 0 0,0 0 0 0 0,-3 0 0 0 0,-1 0 0 0 0,0 0 0 0 0,-2 0 0 0 0,0 0 0 0 0,0 0 0 0 0,0 0 0 0 0,-1 0 0 0 0,6-5 0 0 0,1-2 0 0 0,0 1 0 0 0,-1 1 0 0 0,-1 2 0 0 0,3-5 0 0 0,1 1 0 0 0,-1 0 0 0 0,-2 2 0 0 0,-2 1 0 0 0,-1 2 0 0 0,-1 2 0 0 0,4-6 0 0 0,2 0 0 0 0,-1 0 0 0 0,-2 1 0 0 0,0 2 0 0 0,-2 1 0 0 0,-1 1 0 0 0,4-4 0 0 0,1-2 0 0 0,0 1 0 0 0,-1 1 0 0 0,-1 2 0 0 0,2-4 0 0 0,2-1 0 0 0,-1 2 0 0 0,3 1 0 0 0,0 1 0 0 0,-2 2 0 0 0,3-3 0 0 0,-1-2 0 0 0,-2 1 0 0 0,-2 1 0 0 0,3-3 0 0 0,-1-1 0 0 0,0 2 0 0 0,-3 2 0 0 0,3-4 0 0 0,0 1 0 0 0,4-4 0 0 0,0 0 0 0 0,-3 2 0 0 0,-2 3 0 0 0,2-2 0 0 0,0 0 0 0 0,4 2 0 0 0,-2 2 0 0 0,4-4 0 0 0,-2 1 0 0 0,2-4 0 0 0,-1 1 0 0 0,-3 1 0 0 0,1-2 0 0 0,-1 1 0 0 0,3-2 0 0 0,-2 0 0 0 0,-2 3 0 0 0,1-2 0 0 0,5 2 0 0 0,-1 1 0 0 0,2-2 0 0 0,3 1 0 0 0,-2 2 0 0 0,1-2 0 0 0,-3 0 0 0 0,1-3 0 0 0,3-5 0 0 0,-3 2 0 0 0,1 3 0 0 0,-2 4 0 0 0,1-2 0 0 0,2-4 0 0 0,-2 1 0 0 0,1-2 0 0 0,-2 1 0 0 0,0-1 0 0 0,-1 2 0 0 0,0-2 0 0 0,-1 2 0 0 0,1-2 0 0 0,4-2 0 0 0,-3 1 0 0 0,3-1 0 0 0,1-3 0 0 0,-1 3 0 0 0,0-1 0 0 0,2-3 0 0 0,-3 4 0 0 0,1-1 0 0 0,-3 3 0 0 0,1-1 0 0 0,-3 3 0 0 0,2-2 0 0 0,2-2 0 0 0,-1 1 0 0 0,1-1 0 0 0,2-2 0 0 0,4-3 0 0 0,-4 2 0 0 0,1 0 0 0 0,-4 4 0 0 0,1-1 0 0 0,1-1 0 0 0,-1 1 0 0 0,0 0 0 0 0,2-2 0 0 0,-2 2 0 0 0,1-1 0 0 0,2-2 0 0 0,2-2 0 0 0,3 2 0 0 0,-4 6 0 0 0,0-1 0 0 0,0-2 0 0 0,3 3 0 0 0,1-2 0 0 0,1-3 0 0 0,-4 2 0 0 0,-1-1 0 0 0,1-1 0 0 0,1-4 0 0 0,-3 4 0 0 0,0-1 0 0 0,0-1 0 0 0,3-2 0 0 0,-3 3 0 0 0,-1 0 0 0 0,2 4 0 0 0,2 0 0 0 0,1-3 0 0 0,2-2 0 0 0,-3 3 0 0 0,-2-1 0 0 0,1-2 0 0 0,1-2 0 0 0,-3 3 0 0 0,0 0 0 0 0,0-1 0 0 0,3-2 0 0 0,2-1 0 0 0,-4 2 0 0 0,-1 2 0 0 0,2-2 0 0 0,-4 4 0 0 0,0 0 0 0 0,2-2 0 0 0,2-2 0 0 0,2-2 0 0 0,2-2 0 0 0,1-1 0 0 0,-4 4 0 0 0,-1 1 0 0 0,0 0 0 0 0,1-2 0 0 0,2 0 0 0 0,1-2 0 0 0,1-1 0 0 0,1-1 0 0 0,0 0 0 0 0,0 0 0 0 0,0 0 0 0 0,1-1 0 0 0,-1 1 0 0 0,0 0 0 0 0,0 0 0 0 0,0 0 0 0 0,0 0 0 0 0,0 0 0 0 0,0 0 0 0 0,0 0 0 0 0,0 0 0 0 0,0 0 0 0 0,0 0 0 0 0,0 0 0 0 0,0 0 0 0 0,0 0 0 0 0,0 0 0 0 0,0 0 0 0 0,0 0 0 0 0,0 0 0 0 0,0 0 0 0 0,0 0 0 0 0,0 0 0 0 0,0 0 0 0 0,-5-5 0 0 0,-2-2 0 0 0,1 1 0 0 0,1-4 0 0 0,2 0 0 0 0,0 1 0 0 0,2 3 0 0 0,-4-3 0 0 0,-2 0 0 0 0,1 2 0 0 0,-4-3 0 0 0,1 0 0 0 0,0 2 0 0 0,3 2 0 0 0,-3-2 0 0 0,1-6 0 0 0,0 1 0 0 0,3 1 0 0 0,-3-1 0 0 0,-1 1 0 0 0,2-2 0 0 0,2 1 0 0 0,2-2 0 0 0,1 2 0 0 0,-4-3 0 0 0,0 3 0 0 0,-5-3 0 0 0,-1 2 0 0 0,-2-1 0 0 0,1 1 0 0 0,2 4 0 0 0,-2-2 0 0 0,2 1 0 0 0,-3-2 0 0 0,2 1 0 0 0,-3-3 0 0 0,2 2 0 0 0,2 2 0 0 0,-1-1 0 0 0,1 2 0 0 0,-2-4 0 0 0,1 2 0 0 0,-3-3 0 0 0,2-3 0 0 0,2 1 0 0 0,-1-1 0 0 0,1 2 0 0 0,-2-1 0 0 0,1 2 0 0 0,-3-1 0 0 0,2-2 0 0 0,2 1 0 0 0,-1-1 0 0 0,1-3 0 0 0,-2-2 0 0 0,1-3 0 0 0,-3-1 0 0 0,2-1 0 0 0,2 3 0 0 0,-1 3 0 0 0,-4-2 0 0 0,-4 0 0 0 0,2 3 0 0 0,-2 1 0 0 0,-2-2 0 0 0,-2-2 0 0 0,3 4 0 0 0,0-1 0 0 0,-1 0 0 0 0,3 2 0 0 0,-1 0 0 0 0,4 3 0 0 0,0-1 0 0 0,-3-2 0 0 0,-3-3 0 0 0,-3-2 0 0 0,3 2 0 0 0,1 0 0 0 0,-2 0 0 0 0,-1-3 0 0 0,-2-1 0 0 0,4 4 0 0 0,0 0 0 0 0,-1 0 0 0 0,-1-3 0 0 0,3 0 0 0 0,6-2 0 0 0,-1-1 0 0 0,-1-1 0 0 0,-4 0 0 0 0,3 4 0 0 0,-1 3 0 0 0,-3-1 0 0 0,-1-2 0 0 0,2 0 0 0 0,0-2 0 0 0,-1-1 0 0 0,-2 0 0 0 0,3 4 0 0 0,0 1 0 0 0,-1 0 0 0 0,-2-1 0 0 0,-1-2 0 0 0,3 4 0 0 0,0 1 0 0 0,-1-2 0 0 0,4 4 0 0 0,0 0 0 0 0,-2-1 0 0 0,-2-4 0 0 0,-2-1 0 0 0,3-2 0 0 0,0-1 0 0 0,0-1 0 0 0,-3 0 0 0 0,0 0 0 0 0,-3-1 0 0 0,0 1 0 0 0,4 5 0 0 0,2 1 0 0 0,-1 0 0 0 0,-2-1 0 0 0,0-1 0 0 0,-2-2 0 0 0,-1-1 0 0 0,-1 0 0 0 0,5 4 0 0 0,1 1 0 0 0,0 0 0 0 0,-1-1 0 0 0,-1-2 0 0 0,-2-1 0 0 0,-1-1 0 0 0,4 0 0 0 0,2-1 0 0 0,-1 0 0 0 0,-2-1 0 0 0,0 1 0 0 0,-2 0 0 0 0,-1 0 0 0 0,-1 0 0 0 0,0 0 0 0 0,0 0 0 0 0,0 0 0 0 0,-1 0 0 0 0,1 0 0 0 0,0 0 0 0 0,0 0 0 0 0,0 0 0 0 0,0 0 0 0 0,0 0 0 0 0,0 0 0 0 0,0 0 0 0 0,0 0 0 0 0,5 0 0 0 0,1 0 0 0 0,1 0 0 0 0,-2 0 0 0 0,-2 0 0 0 0,0 0 0 0 0,-2 0 0 0 0,-1 0 0 0 0,0 0 0 0 0,0 0 0 0 0,0 0 0 0 0,-1 0 0 0 0,1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0,-5 0 0 0 0,-2 0 0 0 0,1 0 0 0 0,1 0 0 0 0,2 0 0 0 0,0 0 0 0 0,2 0 0 0 0,1 0 0 0 0,0 0 0 0 0,0 0 0 0 0,-5 5 0 0 0,-1 1 0 0 0,0 1 0 0 0,1-2 0 0 0,2-2 0 0 0,0 0 0 0 0,2-2 0 0 0,1-1 0 0 0,0 0 0 0 0,0 0 0 0 0,0 0 0 0 0,0-1 0 0 0,1 1 0 0 0,-1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0,5 5 0 0 0,1 2 0 0 0,1-1 0 0 0,-2-1 0 0 0,-2-1 0 0 0,0-2 0 0 0,-2-1 0 0 0,-1-1 0 0 0,0 0 0 0 0,0 0 0 0 0,0 0 0 0 0,4 0 0 0 0,3-1 0 0 0,-1 1 0 0 0,-1 0 0 0 0,-2 0 0 0 0,-1 0 0 0 0,0 0 0 0 0,-2 0 0 0 0,0 0 0 0 0,0 0 0 0 0,0 0 0 0 0,4 5 0 0 0,3 2 0 0 0,-1-1 0 0 0,-1-1 0 0 0,-2-1 0 0 0,-1-2 0 0 0,0-1 0 0 0,-2 0 0 0 0,0-1 0 0 0,0-1 0 0 0,0 1 0 0 0,-1 0 0 0 0,6 0 0 0 0,2-1 0 0 0,-1 1 0 0 0,-1 0 0 0 0,-2 0 0 0 0,-1 0 0 0 0,0 0 0 0 0,3 0 0 0 0,2 0 0 0 0,-1 0 0 0 0,-2 0 0 0 0,0 0 0 0 0,-2 0 0 0 0,-1 0 0 0 0,-1 0 0 0 0,0 0 0 0 0,5 0 0 0 0,1 0 0 0 0,0 0 0 0 0,-1 0 0 0 0,-2 0 0 0 0,0 0 0 0 0,-2 0 0 0 0,-1 0 0 0 0,0 0 0 0 0,5 0 0 0 0,1 0 0 0 0,0 0 0 0 0,-1 0 0 0 0,-2 0 0 0 0,0 0 0 0 0,-2 0 0 0 0,-1 0 0 0 0,5 0 0 0 0,1 0 0 0 0,0 0 0 0 0,-1 0 0 0 0,-1 0 0 0 0,3 0 0 0 0,0 0 0 0 0,0 0 0 0 0,-2 0 0 0 0,-2-14 0 0 0,-1-6 0 0 0,-1 1 0 0 0,4 9 0 0 0,2 6 0 0 0,-1 3 0 0 0,-2 3 0 0 0,0 0 0 0 0,-2 0 0 0 0,-1 0 0 0 0,-1-1 0 0 0,0 0 0 0 0,0 0 0 0 0,0-1 0 0 0,4 5 0 0 0,3 1 0 0 0,-1 1 0 0 0,-1-2 0 0 0,-2-2 0 0 0,-1-1 0 0 0,0-1 0 0 0,-2 0 0 0 0,0-1 0 0 0,0 0 0 0 0,0-1 0 0 0,-1 1 0 0 0,1 0 0 0 0,0 0 0 0 0,5 5 0 0 0,1 1 0 0 0,1 0 0 0 0,-2-1 0 0 0,-2-1 0 0 0,-1-2 0 0 0,5-1 0 0 0,0 0 0 0 0,-1-1 0 0 0,-1 0 0 0 0,-2-1 0 0 0,-1 1 0 0 0,-1 0 0 0 0,-1 0 0 0 0,0 0 0 0 0,0 0 0 0 0,0 0 0 0 0,-1 0 0 0 0,1 0 0 0 0,0 0 0 0 0,5 0 0 0 0,1 0 0 0 0,1 0 0 0 0,-2 0 0 0 0,-2 0 0 0 0,-1 0 0 0 0,0 0 0 0 0,-2 0 0 0 0,0 0 0 0 0,0 0 0 0 0,0 0 0 0 0,-1 0 0 0 0,1 0 0 0 0,5 5 0 0 0,1 1 0 0 0,1 1 0 0 0,-2-2 0 0 0,-2-2 0 0 0,-1-1 0 0 0,0 0 0 0 0,-2-2 0 0 0,0 0 0 0 0,0 0 0 0 0,0 0 0 0 0,-1-1 0 0 0,1 1 0 0 0,0 0 0 0 0,0 0 0 0 0,5 0 0 0 0,1 0 0 0 0,1 0 0 0 0,-2 0 0 0 0,-2 0 0 0 0,-1 0 0 0 0,0 0 0 0 0,-2 0 0 0 0,5 5 0 0 0,1 1 0 0 0,0 1 0 0 0,-1-2 0 0 0,-1-2 0 0 0,-2-1 0 0 0,-1 0 0 0 0,-1-2 0 0 0,0 0 0 0 0,0 0 0 0 0,0 0 0 0 0,-1-1 0 0 0,1 1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0,-5 5 0 0 0,-2 2 0 0 0,1-1 0 0 0,1-1 0 0 0,2-2 0 0 0,0 0 0 0 0,-3 3 0 0 0,-1 1 0 0 0,1-1 0 0 0,1-1 0 0 0,2-2 0 0 0,1-1 0 0 0,-4 4 0 0 0,-1 1 0 0 0,1-1 0 0 0,1-1 0 0 0,-3 3 0 0 0,-1 1 0 0 0,2-2 0 0 0,2-2 0 0 0,1-1 0 0 0,-3 3 0 0 0,0 0 0 0 0,0 0 0 0 0,3-3 0 0 0,-5 5 0 0 0,1-1 0 0 0,1-1 0 0 0,2-2 0 0 0,-4-1 0 0 0,1-2 0 0 0,-4 4 0 0 0,0 0 0 0 0,-3 5 0 0 0,2 1 0 0 0,-3 2 0 0 0,2 0 0 0 0,4-4 0 0 0,-3 3 0 0 0,2-2 0 0 0,-2 3 0 0 0,1-2 0 0 0,-3 3 0 0 0,2-2 0 0 0,-2 3 0 0 0,1-3 0 0 0,-2 3 0 0 0,3-2 0 0 0,-3 1 0 0 0,2-1 0 0 0,-1 1 0 0 0,1-1 0 0 0,4-4 0 0 0,-2 2 0 0 0,1-1 0 0 0,-2 2 0 0 0,1 0 0 0 0,2-4 0 0 0,-2 3 0 0 0,2-2 0 0 0,-4 4 0 0 0,2-2 0 0 0,-3-2 0 0 0,2-3 0 0 0,-2-3 0 0 0,1-2 0 0 0,-2 4 0 0 0,3 0 0 0 0,-3 5 0 0 0,2 0 0 0 0,4-2 0 0 0,-2 3 0 0 0,1-1 0 0 0,-2 3 0 0 0,1-1 0 0 0,-3 2 0 0 0,2-2 0 0 0,3-2 0 0 0,-3 1 0 0 0,3-1 0 0 0,-4 2 0 0 0,2 0 0 0 0,-3 1 0 0 0,2-1 0 0 0,-2 3 0 0 0,1-3 0 0 0,-2 3 0 0 0,3-2 0 0 0,-3 1 0 0 0,-2 4 0 0 0,0-2 0 0 0,0 1 0 0 0,2-2 0 0 0,0-4 0 0 0,-4 1 0 0 0,-2-2 0 0 0,-3 2 0 0 0,3-1 0 0 0,0 3 0 0 0,0 3 0 0 0,2-2 0 0 0,1 3 0 0 0,3-3 0 0 0,-1 0 0 0 0,-2 4 0 0 0,-3 2 0 0 0,2-2 0 0 0,0 1 0 0 0,-1 1 0 0 0,2-3 0 0 0,-1 0 0 0 0,-1 2 0 0 0,-2 3 0 0 0,-2 1 0 0 0,2-3 0 0 0,2-5 0 0 0,-2-1 0 0 0,-1 2 0 0 0,-2 3 0 0 0,4-3 0 0 0,0 2 0 0 0,0 1 0 0 0,-2 3 0 0 0,-2 1 0 0 0,4-2 0 0 0,0-1 0 0 0,0 0 0 0 0,-2 3 0 0 0,-2 1 0 0 0,-1 1 0 0 0,4-4 0 0 0,0-1 0 0 0,1 1 0 0 0,-3 1 0 0 0,0 2 0 0 0,-2 1 0 0 0,-2 1 0 0 0,1 1 0 0 0,-1 0 0 0 0,0 0 0 0 0,-1 0 0 0 0,1 1 0 0 0,0-1 0 0 0,0 0 0 0 0,0 0 0 0 0,-1 0 0 0 0,1 0 0 0 0,0 0 0 0 0,0 0 0 0 0,1 0 0 0 0,-1 0 0 0 0,0 0 0 0 0,0 0 0 0 0,0 0 0 0 0,0 0 0 0 0,0 0 0 0 0,0 0 0 0 0,0 0 0 0 0,0 5 0 0 0,0 2 0 0 0,0-1 0 0 0,0-1 0 0 0,0-2 0 0 0,5 5 0 0 0,1-1 0 0 0,0 0 0 0 0,-1-2 0 0 0,4 3 0 0 0,0 1 0 0 0,3 3 0 0 0,0 0 0 0 0,-2-2 0 0 0,-3-3 0 0 0,2 2 0 0 0,0 0 0 0 0,-1-2 0 0 0,2 3 0 0 0,0 0 0 0 0,-2-2 0 0 0,2 3 0 0 0,5 4 0 0 0,0-1 0 0 0,-3-1 0 0 0,2 0 0 0 0,-2-1 0 0 0,-3-3 0 0 0,2 3 0 0 0,-1-2 0 0 0,3 3 0 0 0,5 4 0 0 0,-2-1 0 0 0,2 2 0 0 0,-3-2 0 0 0,-3-4 0 0 0,1 1 0 0 0,-1-2 0 0 0,1 3 0 0 0,-1-2 0 0 0,3 2 0 0 0,-2-1 0 0 0,2 3 0 0 0,-1-3 0 0 0,1-2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4T21:37:16.7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21648 6384 16383 0 0,'-5'0'0'0'0,"-7"0"0"0"0,-5 0 0 0 0,-6 0 0 0 0,-4 0 0 0 0,-1 0 0 0 0,-2 0 0 0 0,0 0 0 0 0,0 0 0 0 0,0 0 0 0 0,0 0 0 0 0,0 0 0 0 0,1 0 0 0 0,0 0 0 0 0,0 0 0 0 0,0 0 0 0 0,0 0 0 0 0,0 0 0 0 0,0 0 0 0 0,0 0 0 0 0,0 0 0 0 0,0 0 0 0 0,0 0 0 0 0,0 0 0 0 0,0 0 0 0 0,0 0 0 0 0,0 0 0 0 0,0 0 0 0 0,0 0 0 0 0,0 0 0 0 0,5 5 0 0 0,2 1 0 0 0,-1 6 0 0 0,-1-1 0 0 0,3 4 0 0 0,1 4 0 0 0,-1 3 0 0 0,-3-1 0 0 0,4 0 0 0 0,4 1 0 0 0,1-2 0 0 0,2 0 0 0 0,-1-4 0 0 0,-3-4 0 0 0,1 0 0 0 0,3 4 0 0 0,0-1 0 0 0,1 1 0 0 0,-2-1 0 0 0,1 1 0 0 0,-1-2 0 0 0,0 2 0 0 0,4 3 0 0 0,3 3 0 0 0,-2-2 0 0 0,0 0 0 0 0,-3-3 0 0 0,1 1 0 0 0,2 1 0 0 0,2 4 0 0 0,-2-3 0 0 0,0 0 0 0 0,2 2 0 0 0,2 1 0 0 0,2 3 0 0 0,1 2 0 0 0,-4-5 0 0 0,0-1 0 0 0,0 1 0 0 0,1 2 0 0 0,2 0 0 0 0,1 3 0 0 0,1 0 0 0 0,1 0 0 0 0,0 1 0 0 0,0 1 0 0 0,-5-6 0 0 0,-1-1 0 0 0,0 0 0 0 0,1 1 0 0 0,2 1 0 0 0,0 2 0 0 0,2 1 0 0 0,1 0 0 0 0,0 1 0 0 0,0 0 0 0 0,0 1 0 0 0,0-1 0 0 0,1 0 0 0 0,-1 0 0 0 0,0 0 0 0 0,0 0 0 0 0,0 1 0 0 0,0-1 0 0 0,0-1 0 0 0,0 1 0 0 0,0 0 0 0 0,0 0 0 0 0,0 0 0 0 0,0 0 0 0 0,0 0 0 0 0,0 0 0 0 0,0 0 0 0 0,0 0 0 0 0,0 0 0 0 0,0 0 0 0 0,0 0 0 0 0,5-5 0 0 0,1-1 0 0 0,1 0 0 0 0,-2 1 0 0 0,-2 1 0 0 0,0 2 0 0 0,-2 1 0 0 0,-1 0 0 0 0,0 1 0 0 0,0 0 0 0 0,0 1 0 0 0,-1-1 0 0 0,1 0 0 0 0,0 0 0 0 0,0 0 0 0 0,0 0 0 0 0,0 0 0 0 0,0 0 0 0 0,0 0 0 0 0,0 0 0 0 0,0 0 0 0 0,0 0 0 0 0,0 0 0 0 0,0 0 0 0 0,0 0 0 0 0,0 0 0 0 0,0 0 0 0 0,0 0 0 0 0,0 0 0 0 0,0 0 0 0 0,0 0 0 0 0,0 0 0 0 0,0 0 0 0 0,0 0 0 0 0,0 0 0 0 0,0 0 0 0 0,-5-5 0 0 0,-2-1 0 0 0,1-1 0 0 0,-4 2 0 0 0,0 2 0 0 0,2 1 0 0 0,1 0 0 0 0,3 2 0 0 0,-3-5 0 0 0,0-1 0 0 0,0 0 0 0 0,2 1 0 0 0,2 2 0 0 0,1 0 0 0 0,-3 2 0 0 0,-2 1 0 0 0,1 0 0 0 0,1 0 0 0 0,2 0 0 0 0,1 1 0 0 0,1-1 0 0 0,1 0 0 0 0,-5-5 0 0 0,-2-1 0 0 0,2-1 0 0 0,0 2 0 0 0,1 2 0 0 0,2 1 0 0 0,1 0 0 0 0,1 2 0 0 0,0 0 0 0 0,0 0 0 0 0,0 0 0 0 0,1 1 0 0 0,-1-1 0 0 0,0 0 0 0 0,0 0 0 0 0,-5-5 0 0 0,-1-1 0 0 0,-1-1 0 0 0,2 2 0 0 0,2 2 0 0 0,0 0 0 0 0,2 2 0 0 0,-4-4 0 0 0,-2-2 0 0 0,1 1 0 0 0,1 1 0 0 0,2 2 0 0 0,1 1 0 0 0,1 1 0 0 0,1 1 0 0 0,0 0 0 0 0,0 0 0 0 0,0 0 0 0 0,1 1 0 0 0,-1-1 0 0 0,0 0 0 0 0,0 0 0 0 0,0 0 0 0 0,0 0 0 0 0,0 0 0 0 0,0 0 0 0 0,0 0 0 0 0,0 0 0 0 0,0 0 0 0 0,0 0 0 0 0,0 0 0 0 0,0 0 0 0 0,0 0 0 0 0,0 0 0 0 0,0 0 0 0 0,0 0 0 0 0,0 0 0 0 0,0 0 0 0 0,0 0 0 0 0,0 0 0 0 0,0 0 0 0 0,0 0 0 0 0,0 0 0 0 0,0 0 0 0 0,0 0 0 0 0,-5-5 0 0 0,-2-2 0 0 0,1 1 0 0 0,1 1 0 0 0,2 2 0 0 0,0 0 0 0 0,2 2 0 0 0,1 1 0 0 0,0 0 0 0 0,0 0 0 0 0,0 0 0 0 0,0 0 0 0 0,1 1 0 0 0,-1-1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0,5-5 0 0 0,1-2 0 0 0,1 1 0 0 0,-2 1 0 0 0,-2 1 0 0 0,5-3 0 0 0,-1-1 0 0 0,0 2 0 0 0,-2 0 0 0 0,-2 3 0 0 0,-1 1 0 0 0,4-4 0 0 0,1-1 0 0 0,-1 1 0 0 0,-1 2 0 0 0,-2 0 0 0 0,4-2 0 0 0,0-2 0 0 0,0 1 0 0 0,3-2 0 0 0,0-1 0 0 0,-2 1 0 0 0,-2 3 0 0 0,3-2 0 0 0,-1-1 0 0 0,4-3 0 0 0,0 0 0 0 0,-2 3 0 0 0,2-3 0 0 0,-2 1 0 0 0,-1 2 0 0 0,-3 3 0 0 0,3-2 0 0 0,-1-1 0 0 0,-1 2 0 0 0,3-3 0 0 0,0 1 0 0 0,3-4 0 0 0,-1 1 0 0 0,-2 2 0 0 0,-3 3 0 0 0,2-3 0 0 0,0 1 0 0 0,-2 2 0 0 0,-2 2 0 0 0,3-3 0 0 0,1 0 0 0 0,-3 1 0 0 0,4 2 0 0 0,0 2 0 0 0,3-4 0 0 0,0-1 0 0 0,-3 2 0 0 0,-3 1 0 0 0,2-3 0 0 0,0 0 0 0 0,-2 0 0 0 0,-2 3 0 0 0,-2 2 0 0 0,4-4 0 0 0,0-1 0 0 0,-1 2 0 0 0,-1 1 0 0 0,3-3 0 0 0,1-1 0 0 0,-2 2 0 0 0,-2 2 0 0 0,3-3 0 0 0,1-1 0 0 0,-2 2 0 0 0,3 2 0 0 0,0 1 0 0 0,-2 3 0 0 0,-2 0 0 0 0,-2 1 0 0 0,3-5 0 0 0,0-1 0 0 0,0 0 0 0 0,-3 1 0 0 0,4-3 0 0 0,1-1 0 0 0,-2 2 0 0 0,-2 1 0 0 0,3-2 0 0 0,1-1 0 0 0,-2 2 0 0 0,-2 2 0 0 0,-1 1 0 0 0,-2 2 0 0 0,3-3 0 0 0,2-2 0 0 0,-1 1 0 0 0,-1 1 0 0 0,-2 2 0 0 0,-1 1 0 0 0,-1 1 0 0 0,-1 1 0 0 0,0 0 0 0 0,0 0 0 0 0,0 0 0 0 0,-1 1 0 0 0,1-1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0,5-5 0 0 0,1-1 0 0 0,1-1 0 0 0,-2 2 0 0 0,-2 2 0 0 0,-1 0 0 0 0,0 2 0 0 0,-2 1 0 0 0,0 0 0 0 0,0 0 0 0 0,5-5 0 0 0,1-1 0 0 0,0 0 0 0 0,-1 1 0 0 0,3-3 0 0 0,1-1 0 0 0,-2 2 0 0 0,-1 1 0 0 0,-3 2 0 0 0,4-3 0 0 0,1 0 0 0 0,3-4 0 0 0,1-1 0 0 0,-3 3 0 0 0,3-3 0 0 0,4-4 0 0 0,-1 1 0 0 0,2-3 0 0 0,-1 3 0 0 0,0-2 0 0 0,4-2 0 0 0,-3 1 0 0 0,2 0 0 0 0,2 2 0 0 0,2-1 0 0 0,3-2 0 0 0,-4 2 0 0 0,0-2 0 0 0,1-1 0 0 0,-4 1 0 0 0,0 1 0 0 0,2-3 0 0 0,3-3 0 0 0,1-1 0 0 0,-3 3 0 0 0,-1 0 0 0 0,2-1 0 0 0,1-1 0 0 0,2-2 0 0 0,-4 4 0 0 0,0 0 0 0 0,0-1 0 0 0,-3 4 0 0 0,1 0 0 0 0,0-2 0 0 0,3-2 0 0 0,3-2 0 0 0,1-2 0 0 0,1-1 0 0 0,0-1 0 0 0,2 0 0 0 0,-1-1 0 0 0,1 1 0 0 0,-1 0 0 0 0,0-1 0 0 0,0 1 0 0 0,0 0 0 0 0,0 0 0 0 0,0 0 0 0 0,-4-5 0 0 0,-3-1 0 0 0,1-1 0 0 0,1 2 0 0 0,1 2 0 0 0,-3-4 0 0 0,-1-1 0 0 0,1 1 0 0 0,2 2 0 0 0,-3-3 0 0 0,-1-1 0 0 0,2 2 0 0 0,-3-3 0 0 0,0 0 0 0 0,2 2 0 0 0,2 2 0 0 0,-3-3 0 0 0,-4-4 0 0 0,-1-1 0 0 0,-2-2 0 0 0,1 1 0 0 0,3 3 0 0 0,-1-1 0 0 0,2-3 0 0 0,-3-4 0 0 0,2 1 0 0 0,-3-1 0 0 0,2 4 0 0 0,-2-2 0 0 0,1 3 0 0 0,-1-1 0 0 0,-4-2 0 0 0,2 1 0 0 0,-1-1 0 0 0,-3-3 0 0 0,2 3 0 0 0,0-1 0 0 0,-2-2 0 0 0,3 3 0 0 0,-1-1 0 0 0,3 3 0 0 0,-1-1 0 0 0,-2-2 0 0 0,-3-3 0 0 0,2 2 0 0 0,0 0 0 0 0,-2-2 0 0 0,3 3 0 0 0,-1 0 0 0 0,-1-3 0 0 0,-2-1 0 0 0,3-2 0 0 0,-1-2 0 0 0,-1-1 0 0 0,-2-1 0 0 0,4 4 0 0 0,-1 2 0 0 0,-1 0 0 0 0,-2-1 0 0 0,-2-2 0 0 0,4 4 0 0 0,1 1 0 0 0,-2-1 0 0 0,-1-2 0 0 0,-2-2 0 0 0,-1-1 0 0 0,-1-1 0 0 0,-1-1 0 0 0,0 0 0 0 0,5 5 0 0 0,1 1 0 0 0,0 0 0 0 0,-1-1 0 0 0,-2-2 0 0 0,-1-1 0 0 0,-1-1 0 0 0,0 0 0 0 0,-1-1 0 0 0,0 0 0 0 0,-1-1 0 0 0,1 1 0 0 0,0 0 0 0 0,0 0 0 0 0,0 0 0 0 0,0 0 0 0 0,0 0 0 0 0,4 5 0 0 0,3 1 0 0 0,-1 0 0 0 0,-1 0 0 0 0,-1-3 0 0 0,-2-1 0 0 0,-1 0 0 0 0,5 3 0 0 0,0 2 0 0 0,0-1 0 0 0,-1-2 0 0 0,-2 0 0 0 0,-1-2 0 0 0,-1-1 0 0 0,0-1 0 0 0,-1 0 0 0 0,0 0 0 0 0,-1 0 0 0 0,1-1 0 0 0,0 1 0 0 0,0 0 0 0 0,0 0 0 0 0,0 0 0 0 0,-1 0 0 0 0,1 0 0 0 0,0 0 0 0 0,1 0 0 0 0,-1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0,4 5 0 0 0,3 2 0 0 0,-1-1 0 0 0,-1-1 0 0 0,-1-2 0 0 0,-2 0 0 0 0,-1-2 0 0 0,0-1 0 0 0,-1 0 0 0 0,0 0 0 0 0,-1 0 0 0 0,1 0 0 0 0,0-1 0 0 0,0 1 0 0 0,0 0 0 0 0,0 0 0 0 0,-1 0 0 0 0,1 0 0 0 0,0 0 0 0 0,1 0 0 0 0,-1 0 0 0 0,0 0 0 0 0,0 0 0 0 0,0 0 0 0 0,0 0 0 0 0,0 0 0 0 0,0 0 0 0 0,0 0 0 0 0,4 5 0 0 0,3 2 0 0 0,-1-1 0 0 0,-1-1 0 0 0,-1-1 0 0 0,-2-2 0 0 0,-1-1 0 0 0,0-1 0 0 0,-1 0 0 0 0,0 0 0 0 0,-1 0 0 0 0,1 0 0 0 0,0-1 0 0 0,5 6 0 0 0,1 2 0 0 0,0-1 0 0 0,-1-1 0 0 0,-1-1 0 0 0,-2-2 0 0 0,-1-1 0 0 0,0-1 0 0 0,-1 0 0 0 0,0 0 0 0 0,-1 0 0 0 0,1 0 0 0 0,0 0 0 0 0,0-1 0 0 0,0 1 0 0 0,-1 0 0 0 0,1 0 0 0 0,0 0 0 0 0,0 0 0 0 0,0 0 0 0 0,1 0 0 0 0,3 5 0 0 0,3 2 0 0 0,-1-1 0 0 0,-1-1 0 0 0,-1-1 0 0 0,-2-2 0 0 0,-1-1 0 0 0,0 0 0 0 0,-1-1 0 0 0,5-1 0 0 0,1 1 0 0 0,0 0 0 0 0,-1 0 0 0 0,-2-1 0 0 0,-1 1 0 0 0,-1 0 0 0 0,0 0 0 0 0,-1 0 0 0 0,0 0 0 0 0,-1 0 0 0 0,1 0 0 0 0,0 0 0 0 0,5 0 0 0 0,1 0 0 0 0,0 0 0 0 0,-1 0 0 0 0,-1 0 0 0 0,-2 0 0 0 0,-1 0 0 0 0,0 0 0 0 0,-1 0 0 0 0,0 0 0 0 0,-1 0 0 0 0,1 0 0 0 0,0 0 0 0 0,0 0 0 0 0,4 5 0 0 0,3 2 0 0 0,-1-1 0 0 0,-1-1 0 0 0,-1-1 0 0 0,-2-2 0 0 0,-1-1 0 0 0,0 0 0 0 0,-1-1 0 0 0,0 0 0 0 0,-1-1 0 0 0,1 1 0 0 0,0 0 0 0 0,0 0 0 0 0,0 0 0 0 0,-1-1 0 0 0,1 1 0 0 0,0 0 0 0 0,0 0 0 0 0,5 0 0 0 0,2 1 0 0 0,-1-1 0 0 0,-1 0 0 0 0,-1 0 0 0 0,-2 0 0 0 0,-1 0 0 0 0,0 0 0 0 0,-1 0 0 0 0,0 0 0 0 0,-1 0 0 0 0,1 0 0 0 0,0 0 0 0 0,0 0 0 0 0,0 0 0 0 0,-1 0 0 0 0,1 0 0 0 0,0 0 0 0 0,0 0 0 0 0,0 0 0 0 0,0 0 0 0 0,0 0 0 0 0,1 0 0 0 0,-1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0,-5 5 0 0 0,-2 1 0 0 0,1 1 0 0 0,1-2 0 0 0,1-2 0 0 0,2-1 0 0 0,1 0 0 0 0,0-2 0 0 0,1 0 0 0 0,0 0 0 0 0,1 0 0 0 0,-1-1 0 0 0,0 1 0 0 0,0 0 0 0 0,0 0 0 0 0,1 0 0 0 0,-1 0 0 0 0,0 0 0 0 0,-5 5 0 0 0,-2 1 0 0 0,1 1 0 0 0,1-2 0 0 0,1-2 0 0 0,2 0 0 0 0,1-2 0 0 0,-5 4 0 0 0,0 2 0 0 0,0-1 0 0 0,1-1 0 0 0,2-2 0 0 0,1-1 0 0 0,-4 4 0 0 0,-1 1 0 0 0,1-1 0 0 0,1-1 0 0 0,1-2 0 0 0,2-1 0 0 0,1-1 0 0 0,1-1 0 0 0,0 0 0 0 0,-4 5 0 0 0,-3 1 0 0 0,1 0 0 0 0,2-1 0 0 0,0-2 0 0 0,2 0 0 0 0,1-2 0 0 0,0-1 0 0 0,1 0 0 0 0,-4 5 0 0 0,-3 1 0 0 0,1 0 0 0 0,1-1 0 0 0,2-1 0 0 0,1-2 0 0 0,-4-1 0 0 0,-1-1 0 0 0,1 0 0 0 0,1 0 0 0 0,1 0 0 0 0,-2 4 0 0 0,-2 3 0 0 0,1-1 0 0 0,-2-1 0 0 0,-1-2 0 0 0,1 0 0 0 0,4-2 0 0 0,1-1 0 0 0,-3 5 0 0 0,-1 2 0 0 0,2-1 0 0 0,1-2 0 0 0,2 0 0 0 0,-4 3 0 0 0,0 0 0 0 0,0 0 0 0 0,2-2 0 0 0,-3 3 0 0 0,0 1 0 0 0,-4 3 0 0 0,0 0 0 0 0,2-2 0 0 0,3-3 0 0 0,-2 2 0 0 0,0 0 0 0 0,2-2 0 0 0,-4 3 0 0 0,2 0 0 0 0,1-2 0 0 0,-3-2 0 0 0,-4 2 0 0 0,0 1 0 0 0,3-2 0 0 0,-1 3 0 0 0,0 0 0 0 0,-1 3 0 0 0,1-1 0 0 0,-1 3 0 0 0,0-1 0 0 0,-1 1 0 0 0,1-1 0 0 0,-1 2 0 0 0,-4 3 0 0 0,2-2 0 0 0,-1 1 0 0 0,-3-2 0 0 0,-2 1 0 0 0,2-3 0 0 0,0 2 0 0 0,-1 3 0 0 0,-2-3 0 0 0,-2 3 0 0 0,-1 1 0 0 0,3-2 0 0 0,2-4 0 0 0,-1 1 0 0 0,-1 2 0 0 0,3-1 0 0 0,0 1 0 0 0,0 3 0 0 0,-3 2 0 0 0,3-1 0 0 0,1-1 0 0 0,-2 3 0 0 0,3-4 0 0 0,0 0 0 0 0,3-3 0 0 0,0 1 0 0 0,-3 2 0 0 0,-3 3 0 0 0,-3-2 0 0 0,-1 0 0 0 0,-3 2 0 0 0,1 2 0 0 0,3-3 0 0 0,2-1 0 0 0,0 2 0 0 0,-2 2 0 0 0,0-3 0 0 0,-2 0 0 0 0,4-4 0 0 0,1 0 0 0 0,-1 2 0 0 0,-1 4 0 0 0,3 1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2:52:37.8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16717 3185 16383 0 0,'-15'15'0'0'0,"-18"18"0"0"0,-24 19 0 0 0,-21 19 0 0 0,-25 27 0 0 0,-16 20 0 0 0,-1 5 0 0 0,5-4 0 0 0,4-8 0 0 0,10-9 0 0 0,3-2 0 0 0,4-8 0 0 0,9-16 0 0 0,9-11 0 0 0,12-11 0 0 0,8-6 0 0 0,4-1 0 0 0,1-4 0 0 0,4 1 0 0 0,6-3 0 0 0,-1 1 0 0 0,-1 9 0 0 0,0-1 0 0 0,-1 6 0 0 0,-3 4 0 0 0,7 0 0 0 0,0-4 0 0 0,-3-3 0 0 0,2-1 0 0 0,2 11 0 0 0,-1-2 0 0 0,6 0 0 0 0,4-2 0 0 0,-3-1 0 0 0,0-6 0 0 0,-4 3 0 0 0,-6 1 0 0 0,5 7 0 0 0,-1 10 0 0 0,-3 13 0 0 0,0 6 0 0 0,3 2 0 0 0,-1-1 0 0 0,-4 8 0 0 0,-9 15 0 0 0,-5 8 0 0 0,3 1 0 0 0,1 14 0 0 0,0 11 0 0 0,-5 10 0 0 0,2 10 0 0 0,2 15 0 0 0,5 20 0 0 0,2 32 0 0 0,-1 24 0 0 0,-2 15 0 0 0,4 19 0 0 0,-1 2 0 0 0,-6-2 0 0 0,1-7 0 0 0,1-9 0 0 0,3-15 0 0 0,11-8 0 0 0,7-10 0 0 0,3-3 0 0 0,7-4 0 0 0,8-10 0 0 0,0-1 0 0 0,2-14 0 0 0,-5-20 0 0 0,-1-10 0 0 0,2-16 0 0 0,4-18 0 0 0,5-20 0 0 0,2-23 0 0 0,2-24 0 0 0,2-22 0 0 0,0-6 0 0 0,1-4 0 0 0,-1-1 0 0 0,1 2 0 0 0,0 0 0 0 0,-1 2 0 0 0,0 11 0 0 0,0 13 0 0 0,0 7 0 0 0,0 5 0 0 0,0 1 0 0 0,0-1 0 0 0,5 4 0 0 0,1 0 0 0 0,0-2 0 0 0,4-1 0 0 0,0-3 0 0 0,3-1 0 0 0,-1 4 0 0 0,-2 5 0 0 0,2 5 0 0 0,-1-4 0 0 0,2-4 0 0 0,4 5 0 0 0,-1 1 0 0 0,7-7 0 0 0,3-9 0 0 0,-2-10 0 0 0,0-12 0 0 0,-5-11 0 0 0,-5-10 0 0 0,0-12 0 0 0,-3-5 0 0 0,2-7 0 0 0,3-7 0 0 0,4-3 0 0 0,-1 0 0 0 0,5 15 0 0 0,13 27 0 0 0,10 30 0 0 0,17 40 0 0 0,10 33 0 0 0,14 25 0 0 0,0 11 0 0 0,0 2 0 0 0,-6-11 0 0 0,-11-21 0 0 0,-14-29 0 0 0,-16-31 0 0 0,-10-22 0 0 0,-6-24 0 0 0,-7-15 0 0 0,-1-15 0 0 0,0-10 0 0 0,3-8 0 0 0,7 1 0 0 0,14 15 0 0 0,18 17 0 0 0,24 32 0 0 0,27 34 0 0 0,32 32 0 0 0,31 22 0 0 0,15 14 0 0 0,4 7 0 0 0,-16-3 0 0 0,-29-22 0 0 0,-29-26 0 0 0,-30-26 0 0 0,-26-20 0 0 0,-22-18 0 0 0,-14-7 0 0 0,-12-1 0 0 0,-7-7 0 0 0,-6 0 0 0 0,-2-5 0 0 0,-1-3 0 0 0,-1 0 0 0 0,1-1 0 0 0,5 2 0 0 0,2 4 0 0 0,0 0 0 0 0,0 1 0 0 0,-2-2 0 0 0,-1-3 0 0 0,5 1 0 0 0,-1-2 0 0 0,1 3 0 0 0,-3-2 0 0 0,0 2 0 0 0,2 4 0 0 0,7-1 0 0 0,19 1 0 0 0,18 2 0 0 0,16 3 0 0 0,21-3 0 0 0,14 1 0 0 0,14-9 0 0 0,12-1 0 0 0,8-2 0 0 0,0-4 0 0 0,-3-1 0 0 0,-6-2 0 0 0,-14-6 0 0 0,-7-3 0 0 0,-11 1 0 0 0,-13 1 0 0 0,-1 1 0 0 0,6-3 0 0 0,7-5 0 0 0,7-1 0 0 0,0-3 0 0 0,4-3 0 0 0,-3-8 0 0 0,-3-9 0 0 0,-14-8 0 0 0,-17-7 0 0 0,-14 2 0 0 0,-12 4 0 0 0,-13 0 0 0 0,-6 2 0 0 0,-7 0 0 0 0,-1 2 0 0 0,-3-1 0 0 0,-4-4 0 0 0,-2-3 0 0 0,7-2 0 0 0,16-13 0 0 0,8-9 0 0 0,7-21 0 0 0,7-14 0 0 0,4-12 0 0 0,2-10 0 0 0,1-2 0 0 0,-4-8 0 0 0,-1-3 0 0 0,0-1 0 0 0,5 4 0 0 0,3 2 0 0 0,0-9 0 0 0,1-4 0 0 0,-2 1 0 0 0,0 1 0 0 0,-6-12 0 0 0,-2 2 0 0 0,-6 4 0 0 0,-4 14 0 0 0,-6 22 0 0 0,-3 16 0 0 0,-7 16 0 0 0,-8 14 0 0 0,-7 4 0 0 0,4-4 0 0 0,10-10 0 0 0,6-10 0 0 0,6-22 0 0 0,3-16 0 0 0,4-19 0 0 0,9-12 0 0 0,6-14 0 0 0,-3-13 0 0 0,-1 0 0 0 0,-5 8 0 0 0,-1 12 0 0 0,6 15 0 0 0,-2 10 0 0 0,-5 15 0 0 0,-5 15 0 0 0,-10 17 0 0 0,-11 16 0 0 0,-8 12 0 0 0,-7 8 0 0 0,-4-24 0 0 0,-3-64 0 0 0,-15-84 0 0 0,-10-70 0 0 0,-1-30 0 0 0,-9-8 0 0 0,0 26 0 0 0,3 43 0 0 0,6 58 0 0 0,3 46 0 0 0,5 32 0 0 0,7 30 0 0 0,5 24 0 0 0,3 15 0 0 0,3 11 0 0 0,1 4 0 0 0,-3 2 0 0 0,-3 0 0 0 0,-3 4 0 0 0,-2-1 0 0 0,-3-10 0 0 0,1-30 0 0 0,3-53 0 0 0,2-55 0 0 0,-1-47 0 0 0,0-6 0 0 0,2 14 0 0 0,2 34 0 0 0,2 40 0 0 0,1 34 0 0 0,2 28 0 0 0,0 21 0 0 0,-5 15 0 0 0,-1-7 0 0 0,-4-58 0 0 0,-6-70 0 0 0,0-69 0 0 0,-6-46 0 0 0,-1 0 0 0 0,0 11 0 0 0,-1 23 0 0 0,3 29 0 0 0,6 30 0 0 0,-1 12 0 0 0,4 13 0 0 0,3 16 0 0 0,4 14 0 0 0,2 25 0 0 0,2 13 0 0 0,-4 8 0 0 0,-1 5 0 0 0,1 8 0 0 0,0 2 0 0 0,-2 4 0 0 0,-2 5 0 0 0,-2-5 0 0 0,-1-1 0 0 0,-2 2 0 0 0,0 9 0 0 0,-6 0 0 0 0,0 6 0 0 0,4-3 0 0 0,4-14 0 0 0,4-11 0 0 0,3-5 0 0 0,-1-6 0 0 0,-1-7 0 0 0,2-11 0 0 0,1-9 0 0 0,-4 1 0 0 0,0 11 0 0 0,2 10 0 0 0,1 12 0 0 0,1 17 0 0 0,2 9 0 0 0,2 12 0 0 0,-1 8 0 0 0,-3 12 0 0 0,-2 5 0 0 0,-5 8 0 0 0,0 1 0 0 0,-3-11 0 0 0,-9-25 0 0 0,-10-52 0 0 0,-14-52 0 0 0,-3-42 0 0 0,1-27 0 0 0,-5-8 0 0 0,-3 6 0 0 0,-1 8 0 0 0,4 13 0 0 0,2 21 0 0 0,5 33 0 0 0,5 32 0 0 0,11 27 0 0 0,5 24 0 0 0,2 24 0 0 0,6 15 0 0 0,0 11 0 0 0,-1 5 0 0 0,-2 0 0 0 0,-12-3 0 0 0,-15-14 0 0 0,-18-10 0 0 0,-13-13 0 0 0,-6-13 0 0 0,-5-8 0 0 0,5-2 0 0 0,11 7 0 0 0,14 16 0 0 0,8 11 0 0 0,7 9 0 0 0,2 5 0 0 0,3 7 0 0 0,9 2 0 0 0,0 5 0 0 0,1 0 0 0 0,-5-3 0 0 0,-11-8 0 0 0,-11-4 0 0 0,-16-12 0 0 0,-9-4 0 0 0,-1 1 0 0 0,-1 4 0 0 0,0 8 0 0 0,10 4 0 0 0,2 3 0 0 0,9 6 0 0 0,6 0 0 0 0,2 5 0 0 0,7 4 0 0 0,6 3 0 0 0,0-1 0 0 0,4 0 0 0 0,-3 2 0 0 0,2 2 0 0 0,-3 2 0 0 0,-3 0 0 0 0,-4 6 0 0 0,2 3 0 0 0,4 4 0 0 0,4 1 0 0 0,9-2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2:52:38.8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21739 3491 16383 0 0,'-9'0'0'0'0,"-23"0"0"0"0,-20 0 0 0 0,-16 0 0 0 0,-10 0 0 0 0,-12 4 0 0 0,5 3 0 0 0,3-1 0 0 0,5-1 0 0 0,12 3 0 0 0,1 1 0 0 0,8-2 0 0 0,3-2 0 0 0,-3-1 0 0 0,2-2 0 0 0,2 3 0 0 0,-1 2 0 0 0,0-1 0 0 0,-1-2 0 0 0,-1-1 0 0 0,4 4 0 0 0,1 0 0 0 0,-10 0 0 0 0,0-2 0 0 0,1 3 0 0 0,-4 0 0 0 0,4-1 0 0 0,3-2 0 0 0,5-2 0 0 0,-2-1 0 0 0,2-1 0 0 0,1-1 0 0 0,-1 0 0 0 0,4 0 0 0 0,-1-1 0 0 0,-1 1 0 0 0,3 0 0 0 0,-5 0 0 0 0,-3 4 0 0 0,-8 3 0 0 0,-2-1 0 0 0,5-1 0 0 0,-2-2 0 0 0,-1-1 0 0 0,6 4 0 0 0,-1 1 0 0 0,-2-1 0 0 0,5-1 0 0 0,-3-2 0 0 0,-6-1 0 0 0,3-1 0 0 0,2-1 0 0 0,-4 0 0 0 0,10 5 0 0 0,2 1 0 0 0,7 0 0 0 0,0-1 0 0 0,-3-2 0 0 0,-2 4 0 0 0,-3 0 0 0 0,-2 0 0 0 0,-2-2 0 0 0,4-2 0 0 0,10 4 0 0 0,3 0 0 0 0,3-1 0 0 0,2-1 0 0 0,-7-2 0 0 0,-2-1 0 0 0,2 4 0 0 0,3 0 0 0 0,2 0 0 0 0,3 4 0 0 0,2-1 0 0 0,1-1 0 0 0,1 3 0 0 0,0-1 0 0 0,1-2 0 0 0,4 8 0 0 0,1 0 0 0 0,0-2 0 0 0,4 2 0 0 0,-5 2 0 0 0,1 3 0 0 0,1 3 0 0 0,-3 7 0 0 0,0 3 0 0 0,-2 0 0 0 0,4 0 0 0 0,-5 3 0 0 0,-1-4 0 0 0,-2 1 0 0 0,0 10 0 0 0,-4 2 0 0 0,3 2 0 0 0,-3 4 0 0 0,-5 6 0 0 0,0-1 0 0 0,1-1 0 0 0,2-1 0 0 0,3-4 0 0 0,2 3 0 0 0,2-2 0 0 0,5-6 0 0 0,7-6 0 0 0,6-4 0 0 0,1-9 0 0 0,2-4 0 0 0,-3-6 0 0 0,0-1 0 0 0,3 1 0 0 0,2 3 0 0 0,3 3 0 0 0,1 2 0 0 0,6 2 0 0 0,2 1 0 0 0,1 0 0 0 0,3 6 0 0 0,0 6 0 0 0,-1 6 0 0 0,-3-1 0 0 0,3-2 0 0 0,0 1 0 0 0,3 2 0 0 0,4 4 0 0 0,0-3 0 0 0,1 5 0 0 0,-1 0 0 0 0,-5-1 0 0 0,-3-4 0 0 0,2-5 0 0 0,-2-4 0 0 0,9-10 0 0 0,0-4 0 0 0,-2-1 0 0 0,1-5 0 0 0,3-6 0 0 0,-2 1 0 0 0,0 7 0 0 0,8 5 0 0 0,9 18 0 0 0,8 15 0 0 0,12 8 0 0 0,5 7 0 0 0,-1 1 0 0 0,3-3 0 0 0,1-4 0 0 0,-1 2 0 0 0,-1-2 0 0 0,-10-8 0 0 0,-5-8 0 0 0,-4-4 0 0 0,-1-5 0 0 0,-6-5 0 0 0,-5-8 0 0 0,3-5 0 0 0,-4-2 0 0 0,2 1 0 0 0,7-4 0 0 0,5 0 0 0 0,2 1 0 0 0,2 2 0 0 0,3-2 0 0 0,-2-1 0 0 0,0 2 0 0 0,-2 3 0 0 0,0 1 0 0 0,2-4 0 0 0,-2 0 0 0 0,1 1 0 0 0,-2-3 0 0 0,-5-5 0 0 0,-3 0 0 0 0,1-2 0 0 0,5 1 0 0 0,4-1 0 0 0,-6 2 0 0 0,5-2 0 0 0,0-2 0 0 0,1-3 0 0 0,3-3 0 0 0,-2-2 0 0 0,-4-2 0 0 0,-6 5 0 0 0,2 1 0 0 0,3-1 0 0 0,0 0 0 0 0,7-2 0 0 0,4-1 0 0 0,3-1 0 0 0,2-1 0 0 0,0 0 0 0 0,6 0 0 0 0,-5-1 0 0 0,13 6 0 0 0,3 1 0 0 0,3 0 0 0 0,-1-1 0 0 0,-1-2 0 0 0,3 0 0 0 0,10-2 0 0 0,1-1 0 0 0,-1 0 0 0 0,-1 0 0 0 0,-6 0 0 0 0,-3-1 0 0 0,0 1 0 0 0,-4 0 0 0 0,0 0 0 0 0,-4 0 0 0 0,-3 0 0 0 0,0 0 0 0 0,3 0 0 0 0,-5 0 0 0 0,4 0 0 0 0,1 0 0 0 0,-7 0 0 0 0,-5 0 0 0 0,-8 0 0 0 0,-2 0 0 0 0,-1 0 0 0 0,-3 0 0 0 0,0 0 0 0 0,7-5 0 0 0,-1-1 0 0 0,6 0 0 0 0,-3 1 0 0 0,0 1 0 0 0,5 2 0 0 0,-3 1 0 0 0,8 1 0 0 0,3 0 0 0 0,0-5 0 0 0,-7-1 0 0 0,-4-5 0 0 0,-2 0 0 0 0,-1-3 0 0 0,6 1 0 0 0,1-3 0 0 0,6 2 0 0 0,6-1 0 0 0,0-4 0 0 0,-7 2 0 0 0,-1 4 0 0 0,-1-1 0 0 0,3-7 0 0 0,0-6 0 0 0,-2 3 0 0 0,-2 0 0 0 0,-2-1 0 0 0,-2 5 0 0 0,-1 0 0 0 0,-5-1 0 0 0,-7 3 0 0 0,-1-1 0 0 0,-4-1 0 0 0,1-2 0 0 0,4-2 0 0 0,-2 2 0 0 0,-8 1 0 0 0,0-6 0 0 0,-1 2 0 0 0,-2-9 0 0 0,-2-9 0 0 0,5-2 0 0 0,0 3 0 0 0,-6-2 0 0 0,-2 2 0 0 0,-2 3 0 0 0,5 4 0 0 0,-3 2 0 0 0,-6 3 0 0 0,-1 1 0 0 0,-5 2 0 0 0,-4-1 0 0 0,-5 0 0 0 0,-3 1 0 0 0,-2-1 0 0 0,-1 0 0 0 0,-1 0 0 0 0,1 0 0 0 0,-1 0 0 0 0,-10-10 0 0 0,-2-22 0 0 0,-4-49 0 0 0,1-40 0 0 0,-2-18 0 0 0,2 4 0 0 0,4 22 0 0 0,4 19 0 0 0,4 25 0 0 0,1 26 0 0 0,3 19 0 0 0,0 14 0 0 0,-4 8 0 0 0,-2 0 0 0 0,-4-4 0 0 0,-5-21 0 0 0,-1-20 0 0 0,-2-12 0 0 0,-2-5 0 0 0,1 8 0 0 0,0 9 0 0 0,3-7 0 0 0,-6-19 0 0 0,-3-15 0 0 0,-3-8 0 0 0,-1-2 0 0 0,-1 16 0 0 0,6 17 0 0 0,6 20 0 0 0,1 21 0 0 0,4 16 0 0 0,4 9 0 0 0,-6 4 0 0 0,-1 1 0 0 0,-6-5 0 0 0,-5-3 0 0 0,-3-1 0 0 0,-6-5 0 0 0,-5-6 0 0 0,-2-5 0 0 0,-3 0 0 0 0,-3 4 0 0 0,2 4 0 0 0,-5 4 0 0 0,1 3 0 0 0,0 7 0 0 0,-2 7 0 0 0,0 3 0 0 0,-2-1 0 0 0,5-3 0 0 0,-5-3 0 0 0,-1 2 0 0 0,-2 0 0 0 0,-5 4 0 0 0,-1-1 0 0 0,0 2 0 0 0,2 0 0 0 0,-4 2 0 0 0,-4 3 0 0 0,0-1 0 0 0,-3 0 0 0 0,2 3 0 0 0,3 3 0 0 0,4 2 0 0 0,-2 1 0 0 0,6 2 0 0 0,3 0 0 0 0,2 0 0 0 0,0 1 0 0 0,-4-1 0 0 0,2 1 0 0 0,3-1 0 0 0,-6 0 0 0 0,-1 0 0 0 0,-5 0 0 0 0,0 0 0 0 0,5 5 0 0 0,9 1 0 0 0,9 0 0 0 0,6 4 0 0 0,5 0 0 0 0,3 3 0 0 0,1-1 0 0 0,7-2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2:52:40.8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20204 5749 16383 0 0,'-19'0'0'0'0,"-35"-5"0"0"0,-33-6 0 0 0,-30-6 0 0 0,-19-1 0 0 0,-6 4 0 0 0,8-2 0 0 0,6 3 0 0 0,6 3 0 0 0,15-1 0 0 0,15 1 0 0 0,14 2 0 0 0,16 3 0 0 0,8 2 0 0 0,4-4 0 0 0,1 0 0 0 0,-1 1 0 0 0,-1-3 0 0 0,2 0 0 0 0,6 1 0 0 0,0 2 0 0 0,3 2 0 0 0,3 2 0 0 0,3 2 0 0 0,3-1 0 0 0,1 2 0 0 0,2-1 0 0 0,-5 5 0 0 0,4 7 0 0 0,2 1 0 0 0,0-2 0 0 0,6 2 0 0 0,5 4 0 0 0,2 3 0 0 0,-8 4 0 0 0,1 2 0 0 0,4 7 0 0 0,-5 2 0 0 0,-3 4 0 0 0,-3 2 0 0 0,4-3 0 0 0,1-2 0 0 0,4-3 0 0 0,1-2 0 0 0,-1 3 0 0 0,2 1 0 0 0,4-1 0 0 0,5-1 0 0 0,3-2 0 0 0,-2 4 0 0 0,-10 0 0 0 0,-6 9 0 0 0,-4 12 0 0 0,-3 15 0 0 0,-1 9 0 0 0,6 2 0 0 0,1-4 0 0 0,5-1 0 0 0,6-8 0 0 0,0-7 0 0 0,3-5 0 0 0,2 4 0 0 0,-2 0 0 0 0,1-6 0 0 0,2-6 0 0 0,2-3 0 0 0,-3 1 0 0 0,0-4 0 0 0,2-3 0 0 0,1-4 0 0 0,2-3 0 0 0,1 1 0 0 0,1 1 0 0 0,1-1 0 0 0,0-1 0 0 0,1 2 0 0 0,-1 1 0 0 0,0-1 0 0 0,0-1 0 0 0,1-3 0 0 0,-1 4 0 0 0,0 1 0 0 0,0 3 0 0 0,0 0 0 0 0,0 4 0 0 0,0 3 0 0 0,0-1 0 0 0,0 1 0 0 0,0-2 0 0 0,0 6 0 0 0,0 4 0 0 0,4 2 0 0 0,3 1 0 0 0,-1-4 0 0 0,-1-6 0 0 0,-2-7 0 0 0,-1-4 0 0 0,0-5 0 0 0,-2-2 0 0 0,5 3 0 0 0,1 6 0 0 0,0 7 0 0 0,-2 9 0 0 0,0 0 0 0 0,-2-3 0 0 0,-1-7 0 0 0,4-5 0 0 0,1-5 0 0 0,0-3 0 0 0,-1-2 0 0 0,-2-2 0 0 0,4-4 0 0 0,0-3 0 0 0,5-3 0 0 0,-1-1 0 0 0,-2 2 0 0 0,-2 3 0 0 0,-3 12 0 0 0,-1 10 0 0 0,-2 8 0 0 0,-1 9 0 0 0,0 8 0 0 0,-1 4 0 0 0,1 2 0 0 0,-1 9 0 0 0,1 0 0 0 0,0-1 0 0 0,0-3 0 0 0,0-12 0 0 0,0-6 0 0 0,0-5 0 0 0,0-7 0 0 0,0-7 0 0 0,0-5 0 0 0,0-5 0 0 0,0-3 0 0 0,0-2 0 0 0,0 0 0 0 0,0 5 0 0 0,0 1 0 0 0,0 5 0 0 0,0 11 0 0 0,0 11 0 0 0,0 9 0 0 0,4 9 0 0 0,3-1 0 0 0,-1 2 0 0 0,-1 1 0 0 0,-2 2 0 0 0,-1-3 0 0 0,0-7 0 0 0,-2-9 0 0 0,0-11 0 0 0,0-10 0 0 0,0-7 0 0 0,-1-5 0 0 0,1-3 0 0 0,0 5 0 0 0,0 0 0 0 0,0 15 0 0 0,0 13 0 0 0,0 7 0 0 0,0 10 0 0 0,0 7 0 0 0,0 13 0 0 0,0 10 0 0 0,0-5 0 0 0,0-4 0 0 0,0-15 0 0 0,0-7 0 0 0,0-11 0 0 0,0-12 0 0 0,0-6 0 0 0,0-6 0 0 0,0-4 0 0 0,0-5 0 0 0,0-3 0 0 0,0 4 0 0 0,0 6 0 0 0,0 10 0 0 0,0 11 0 0 0,0 11 0 0 0,0 11 0 0 0,0 12 0 0 0,0 8 0 0 0,0-2 0 0 0,0-1 0 0 0,0-1 0 0 0,0-4 0 0 0,0-13 0 0 0,0-15 0 0 0,0-14 0 0 0,0-11 0 0 0,0-8 0 0 0,0-5 0 0 0,9-7 0 0 0,9-7 0 0 0,5-5 0 0 0,4 9 0 0 0,3 2 0 0 0,4 16 0 0 0,8 13 0 0 0,10 7 0 0 0,6 8 0 0 0,3 8 0 0 0,5 1 0 0 0,-4 3 0 0 0,-7-7 0 0 0,-9-11 0 0 0,-6-9 0 0 0,-7-14 0 0 0,-3-13 0 0 0,-7-5 0 0 0,-2-6 0 0 0,-1-4 0 0 0,2-4 0 0 0,2-2 0 0 0,1-1 0 0 0,-3 4 0 0 0,4 6 0 0 0,12 6 0 0 0,14 10 0 0 0,3 11 0 0 0,1 3 0 0 0,2 4 0 0 0,-1 10 0 0 0,-4-5 0 0 0,-2-5 0 0 0,-5-7 0 0 0,-5-8 0 0 0,-5-5 0 0 0,-4-6 0 0 0,-7-2 0 0 0,-3-3 0 0 0,-1-5 0 0 0,1-2 0 0 0,7 1 0 0 0,7 6 0 0 0,-2 4 0 0 0,3-1 0 0 0,5-2 0 0 0,-1 1 0 0 0,8 2 0 0 0,5-1 0 0 0,-7 1 0 0 0,-1-2 0 0 0,-4 1 0 0 0,-5-2 0 0 0,-3-3 0 0 0,-3-4 0 0 0,3 1 0 0 0,5 1 0 0 0,1-3 0 0 0,-2 4 0 0 0,3-1 0 0 0,-6 3 0 0 0,1 0 0 0 0,-2-2 0 0 0,0-4 0 0 0,-3 8 0 0 0,-1 1 0 0 0,0-2 0 0 0,-2-3 0 0 0,0-3 0 0 0,0-3 0 0 0,5-3 0 0 0,6 0 0 0 0,1-1 0 0 0,4-1 0 0 0,4-5 0 0 0,-2 0 0 0 0,2-6 0 0 0,1 1 0 0 0,-2-4 0 0 0,-5 2 0 0 0,1-3 0 0 0,-3 2 0 0 0,-3 3 0 0 0,-3 4 0 0 0,-3-2 0 0 0,-1 0 0 0 0,-2-2 0 0 0,-5-5 0 0 0,3 1 0 0 0,7-3 0 0 0,2-7 0 0 0,5-4 0 0 0,11-7 0 0 0,5-7 0 0 0,3 4 0 0 0,1 4 0 0 0,1-7 0 0 0,-2-1 0 0 0,-10-2 0 0 0,-9 5 0 0 0,-1 6 0 0 0,-8 4 0 0 0,-4 1 0 0 0,-2 7 0 0 0,0 1 0 0 0,0 0 0 0 0,1 4 0 0 0,1 4 0 0 0,-5 0 0 0 0,-5-3 0 0 0,-2 2 0 0 0,-2-3 0 0 0,5-16 0 0 0,10-13 0 0 0,9-8 0 0 0,-1-9 0 0 0,3 1 0 0 0,4-3 0 0 0,-1-1 0 0 0,-2-7 0 0 0,2-2 0 0 0,-2 8 0 0 0,-3 5 0 0 0,-3 9 0 0 0,-6 8 0 0 0,-5 2 0 0 0,0 0 0 0 0,0-4 0 0 0,1 2 0 0 0,-3-1 0 0 0,-1 3 0 0 0,-4 3 0 0 0,-4 4 0 0 0,-4 4 0 0 0,1-8 0 0 0,4-16 0 0 0,4-17 0 0 0,5-21 0 0 0,2-14 0 0 0,-2-11 0 0 0,5-6 0 0 0,2-15 0 0 0,6-3 0 0 0,2 4 0 0 0,-5 7 0 0 0,-4 10 0 0 0,-6 8 0 0 0,-2 18 0 0 0,-5 20 0 0 0,-5 19 0 0 0,-3 14 0 0 0,-4 10 0 0 0,-2 5 0 0 0,-1 3 0 0 0,-1-14 0 0 0,0-19 0 0 0,0-28 0 0 0,0-25 0 0 0,6-16 0 0 0,1-35 0 0 0,4-24 0 0 0,2-13 0 0 0,2-16 0 0 0,0 8 0 0 0,-4 27 0 0 0,3 28 0 0 0,-2 26 0 0 0,-3 25 0 0 0,-2 24 0 0 0,-2 22 0 0 0,-3 14 0 0 0,0 10 0 0 0,-1 5 0 0 0,-1-7 0 0 0,1-23 0 0 0,-6-34 0 0 0,-5-36 0 0 0,-2-21 0 0 0,-3-9 0 0 0,1-7 0 0 0,-1 10 0 0 0,1 12 0 0 0,4 15 0 0 0,3 25 0 0 0,4 19 0 0 0,2 10 0 0 0,-3 17 0 0 0,-2 12 0 0 0,2 10 0 0 0,1 5 0 0 0,-4 8 0 0 0,0 1 0 0 0,-4 6 0 0 0,1-2 0 0 0,-4-1 0 0 0,-3-19 0 0 0,-3-31 0 0 0,-9-43 0 0 0,-12-22 0 0 0,-5-8 0 0 0,6 5 0 0 0,5 11 0 0 0,4 12 0 0 0,3 20 0 0 0,6 11 0 0 0,2 15 0 0 0,0 13 0 0 0,3 11 0 0 0,6 7 0 0 0,3 5 0 0 0,5 3 0 0 0,-3 5 0 0 0,0 2 0 0 0,-3 4 0 0 0,0 0 0 0 0,1-3 0 0 0,-7-2 0 0 0,-6-13 0 0 0,-8-20 0 0 0,-9-15 0 0 0,-8-11 0 0 0,0-10 0 0 0,3 4 0 0 0,4 8 0 0 0,-1 6 0 0 0,2 17 0 0 0,3 6 0 0 0,7 8 0 0 0,5 10 0 0 0,0 6 0 0 0,0 6 0 0 0,5 2 0 0 0,0 4 0 0 0,3-2 0 0 0,0 3 0 0 0,-2 2 0 0 0,-8 3 0 0 0,0-2 0 0 0,-4-4 0 0 0,-2-1 0 0 0,-6-3 0 0 0,-5-8 0 0 0,-6 0 0 0 0,6 0 0 0 0,-9-2 0 0 0,0-1 0 0 0,4 5 0 0 0,-5 0 0 0 0,2 5 0 0 0,0 5 0 0 0,0-1 0 0 0,3 3 0 0 0,0-3 0 0 0,-11 2 0 0 0,5-3 0 0 0,2 2 0 0 0,-5-3 0 0 0,-7-3 0 0 0,3 2 0 0 0,6 3 0 0 0,4 4 0 0 0,1 3 0 0 0,3 3 0 0 0,6 2 0 0 0,-1 1 0 0 0,-1 1 0 0 0,-5 0 0 0 0,-2-1 0 0 0,-3 1 0 0 0,2-1 0 0 0,1 1 0 0 0,4-1 0 0 0,5 0 0 0 0,5 0 0 0 0,3 0 0 0 0,3 0 0 0 0,2 0 0 0 0,5 4 0 0 0,2 3 0 0 0,5-1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ABC2B3-6FF1-4F74-B70F-6E33AFD5A579}" type="datetimeFigureOut">
              <a:t>8/19/2025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AE824C-6E39-4A42-83AA-870661F77D5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896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microsoft.com/office/2018/10/relationships/comments" Target="../comments/modernComment_102_9A6ABE7A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4_2B377B10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microsoft.com/office/2018/10/relationships/comments" Target="../comments/modernComment_103_85080AC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customXml" Target="../ink/ink3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5_4E9DB72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8_611B0B3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C_4BD3A78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E_F9B9C9A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18F6E8B-15ED-43C7-94BA-91549A651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4D0FDB-D98F-C76E-065F-8BB24E61F1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401" y="982169"/>
            <a:ext cx="7299015" cy="2736965"/>
          </a:xfrm>
        </p:spPr>
        <p:txBody>
          <a:bodyPr anchor="t">
            <a:normAutofit/>
          </a:bodyPr>
          <a:lstStyle/>
          <a:p>
            <a:pPr algn="l"/>
            <a:r>
              <a:rPr lang="en-US" sz="4400" b="1">
                <a:ea typeface="+mj-lt"/>
                <a:cs typeface="+mj-lt"/>
              </a:rPr>
              <a:t>Run Like a Neural Network, </a:t>
            </a:r>
            <a:br>
              <a:rPr lang="en-US" sz="4400" b="1">
                <a:ea typeface="+mj-lt"/>
                <a:cs typeface="+mj-lt"/>
              </a:rPr>
            </a:br>
            <a:r>
              <a:rPr lang="en-US" sz="4400" b="1">
                <a:ea typeface="+mj-lt"/>
                <a:cs typeface="+mj-lt"/>
              </a:rPr>
              <a:t>Explain Like k-Nearest Neighbor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FCDA19-506F-86CE-4481-C4328F97B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9863" y="2358547"/>
            <a:ext cx="6914969" cy="37316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800" dirty="0">
                <a:latin typeface="Arial"/>
                <a:cs typeface="Arial"/>
              </a:rPr>
              <a:t>Keywords: XAI, CBR, </a:t>
            </a:r>
            <a:r>
              <a:rPr lang="en-US" sz="2800" dirty="0" err="1">
                <a:latin typeface="Arial"/>
                <a:cs typeface="Arial"/>
              </a:rPr>
              <a:t>Neurosymbolic</a:t>
            </a:r>
            <a:r>
              <a:rPr lang="en-US" sz="2800" dirty="0">
                <a:latin typeface="Arial"/>
                <a:cs typeface="Arial"/>
              </a:rPr>
              <a:t>, Interpretable AI</a:t>
            </a:r>
          </a:p>
          <a:p>
            <a:pPr algn="l"/>
            <a:endParaRPr lang="en-US" sz="2800">
              <a:latin typeface="Arial"/>
              <a:cs typeface="Arial"/>
            </a:endParaRPr>
          </a:p>
          <a:p>
            <a:pPr algn="l"/>
            <a:r>
              <a:rPr lang="en-US" sz="2800" dirty="0" err="1">
                <a:latin typeface="Arial"/>
                <a:cs typeface="Arial"/>
              </a:rPr>
              <a:t>Xiaomeng</a:t>
            </a:r>
            <a:r>
              <a:rPr lang="en-US" sz="2800" dirty="0">
                <a:latin typeface="Arial"/>
                <a:cs typeface="Arial"/>
              </a:rPr>
              <a:t> Ye, </a:t>
            </a:r>
            <a:endParaRPr lang="en-US" sz="2800" dirty="0">
              <a:latin typeface="Calibri" panose="020F0502020204030204"/>
              <a:ea typeface="Calibri" panose="020F0502020204030204"/>
              <a:cs typeface="Calibri"/>
            </a:endParaRPr>
          </a:p>
          <a:p>
            <a:pPr algn="l"/>
            <a:r>
              <a:rPr lang="en-US" sz="2800" dirty="0">
                <a:latin typeface="Arial"/>
                <a:cs typeface="Arial"/>
              </a:rPr>
              <a:t>David Leake, </a:t>
            </a:r>
            <a:endParaRPr lang="en-US" sz="2800" dirty="0">
              <a:latin typeface="Calibri" panose="020F0502020204030204"/>
              <a:ea typeface="Calibri" panose="020F0502020204030204"/>
              <a:cs typeface="Calibri"/>
            </a:endParaRPr>
          </a:p>
          <a:p>
            <a:pPr algn="l"/>
            <a:r>
              <a:rPr lang="en-US" sz="2800" dirty="0">
                <a:latin typeface="Arial"/>
                <a:cs typeface="Arial"/>
              </a:rPr>
              <a:t>Yu Wang, </a:t>
            </a:r>
            <a:endParaRPr lang="en-US" sz="2800" dirty="0">
              <a:latin typeface="Calibri" panose="020F0502020204030204"/>
              <a:ea typeface="Calibri"/>
              <a:cs typeface="Calibri"/>
            </a:endParaRPr>
          </a:p>
          <a:p>
            <a:pPr algn="l"/>
            <a:r>
              <a:rPr lang="en-US" sz="2800" dirty="0">
                <a:latin typeface="Arial"/>
                <a:cs typeface="Arial"/>
              </a:rPr>
              <a:t>David Crandall</a:t>
            </a:r>
            <a:endParaRPr lang="en-US" sz="2000" dirty="0">
              <a:ea typeface="Calibri"/>
              <a:cs typeface="Calibri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048031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ue and white logo&#10;&#10;Description automatically generated">
            <a:extLst>
              <a:ext uri="{FF2B5EF4-FFF2-40B4-BE49-F238E27FC236}">
                <a16:creationId xmlns:a16="http://schemas.microsoft.com/office/drawing/2014/main" id="{3526ADCC-36D8-30CC-A685-CBC5E4D10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617" y="1291257"/>
            <a:ext cx="1176427" cy="1559969"/>
          </a:xfrm>
          <a:prstGeom prst="rect">
            <a:avLst/>
          </a:prstGeom>
        </p:spPr>
      </p:pic>
      <p:pic>
        <p:nvPicPr>
          <p:cNvPr id="6" name="Picture 5" descr="Indiana University Bloomington - Digital Art, Graphic Design, &amp; Informatics  Programs Profile | Animation Career Review">
            <a:extLst>
              <a:ext uri="{FF2B5EF4-FFF2-40B4-BE49-F238E27FC236}">
                <a16:creationId xmlns:a16="http://schemas.microsoft.com/office/drawing/2014/main" id="{B341A4DA-4A37-19D6-682F-410DF514AE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6" r="-3020" b="-630"/>
          <a:stretch/>
        </p:blipFill>
        <p:spPr>
          <a:xfrm>
            <a:off x="7919292" y="4378505"/>
            <a:ext cx="2722506" cy="1143154"/>
          </a:xfrm>
          <a:prstGeom prst="rect">
            <a:avLst/>
          </a:prstGeom>
        </p:spPr>
      </p:pic>
      <p:pic>
        <p:nvPicPr>
          <p:cNvPr id="7" name="Picture 6" descr="IJCAI 2025">
            <a:extLst>
              <a:ext uri="{FF2B5EF4-FFF2-40B4-BE49-F238E27FC236}">
                <a16:creationId xmlns:a16="http://schemas.microsoft.com/office/drawing/2014/main" id="{ADDE8010-C853-7936-C2CE-E863303E03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023" y="6084540"/>
            <a:ext cx="2032463" cy="762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021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0E365-1D30-FCCA-DBD0-A69ADFE8C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6DBE0-30D3-9EE0-818A-437270D15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In Brief</a:t>
            </a:r>
          </a:p>
        </p:txBody>
      </p:sp>
      <p:pic>
        <p:nvPicPr>
          <p:cNvPr id="4" name="Picture 3" descr="Two robots holding hands&#10;&#10;Description automatically generated">
            <a:extLst>
              <a:ext uri="{FF2B5EF4-FFF2-40B4-BE49-F238E27FC236}">
                <a16:creationId xmlns:a16="http://schemas.microsoft.com/office/drawing/2014/main" id="{30E0375E-4A1D-89B2-385A-BA899ED9C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300" y="2716452"/>
            <a:ext cx="3893575" cy="3893575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72143B9-C4FB-A27B-F621-D9AC8DB7D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6014"/>
            <a:ext cx="7478974" cy="44309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We build a neural network that operates just like a k-nearest neighbor system. (NN-</a:t>
            </a:r>
            <a:r>
              <a:rPr lang="en-US" dirty="0" err="1">
                <a:ea typeface="Calibri"/>
                <a:cs typeface="Calibri"/>
              </a:rPr>
              <a:t>kNN</a:t>
            </a:r>
            <a:r>
              <a:rPr lang="en-US" dirty="0">
                <a:ea typeface="Calibri"/>
                <a:cs typeface="Calibri"/>
              </a:rPr>
              <a:t>)</a:t>
            </a:r>
          </a:p>
          <a:p>
            <a:r>
              <a:rPr lang="en-US" dirty="0">
                <a:ea typeface="Calibri"/>
                <a:cs typeface="Calibri"/>
              </a:rPr>
              <a:t>It </a:t>
            </a:r>
            <a:r>
              <a:rPr lang="en-US" dirty="0">
                <a:solidFill>
                  <a:srgbClr val="C00000"/>
                </a:solidFill>
                <a:ea typeface="Calibri"/>
                <a:cs typeface="Calibri"/>
              </a:rPr>
              <a:t>runs as a neural network</a:t>
            </a:r>
            <a:r>
              <a:rPr lang="en-US" dirty="0">
                <a:ea typeface="Calibri"/>
                <a:cs typeface="Calibri"/>
              </a:rPr>
              <a:t>: Trainable through backprop. Compatible with other neural models.</a:t>
            </a:r>
          </a:p>
          <a:p>
            <a:r>
              <a:rPr lang="en-US" dirty="0">
                <a:ea typeface="Calibri"/>
                <a:cs typeface="Calibri"/>
              </a:rPr>
              <a:t>Its layers and nodes </a:t>
            </a:r>
            <a:r>
              <a:rPr lang="en-US" dirty="0">
                <a:solidFill>
                  <a:srgbClr val="C00000"/>
                </a:solidFill>
                <a:ea typeface="Calibri"/>
                <a:cs typeface="Calibri"/>
              </a:rPr>
              <a:t>mimic k-nearest neighbor</a:t>
            </a:r>
            <a:r>
              <a:rPr lang="en-US" dirty="0">
                <a:ea typeface="Calibri"/>
                <a:cs typeface="Calibri"/>
              </a:rPr>
              <a:t>: Its decisions are interpreted/explained by activated cases and features.</a:t>
            </a:r>
          </a:p>
        </p:txBody>
      </p:sp>
      <p:pic>
        <p:nvPicPr>
          <p:cNvPr id="5" name="Picture 4" descr="A white bench on a sidewalk&#10;&#10;Description automatically generated">
            <a:extLst>
              <a:ext uri="{FF2B5EF4-FFF2-40B4-BE49-F238E27FC236}">
                <a16:creationId xmlns:a16="http://schemas.microsoft.com/office/drawing/2014/main" id="{C1721ED7-35EB-5BEF-029F-BA8BE7FEB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9614" y="-1707"/>
            <a:ext cx="3899807" cy="271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752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0E57DF-FDC3-FAB7-BB9A-DF7E58FD6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4000">
                <a:cs typeface="Calibri Light"/>
              </a:rPr>
              <a:t>Overview</a:t>
            </a:r>
            <a:endParaRPr lang="en-US" sz="40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3B790-F88A-AB08-1449-79335E3F3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900" y="2330505"/>
            <a:ext cx="5044334" cy="40142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>
                <a:cs typeface="Calibri"/>
              </a:rPr>
              <a:t>This presentation answers six questions: </a:t>
            </a:r>
          </a:p>
          <a:p>
            <a:pPr marL="971550" lvl="1" indent="-514350">
              <a:buAutoNum type="arabicPeriod"/>
            </a:pPr>
            <a:r>
              <a:rPr lang="en-US" sz="2000" dirty="0">
                <a:cs typeface="Calibri"/>
              </a:rPr>
              <a:t>Why develop NN-</a:t>
            </a:r>
            <a:r>
              <a:rPr lang="en-US" sz="2000" dirty="0" err="1">
                <a:cs typeface="Calibri"/>
              </a:rPr>
              <a:t>kNN</a:t>
            </a:r>
            <a:r>
              <a:rPr lang="en-US" sz="2000" dirty="0">
                <a:cs typeface="Calibri"/>
              </a:rPr>
              <a:t>?</a:t>
            </a:r>
            <a:endParaRPr lang="en-US" sz="2000" dirty="0">
              <a:ea typeface="Calibri"/>
              <a:cs typeface="Calibri"/>
            </a:endParaRPr>
          </a:p>
          <a:p>
            <a:pPr marL="971550" lvl="1" indent="-514350">
              <a:buAutoNum type="arabicPeriod"/>
            </a:pPr>
            <a:r>
              <a:rPr lang="en-US" sz="2000" dirty="0">
                <a:cs typeface="Calibri"/>
              </a:rPr>
              <a:t>How to build it?</a:t>
            </a:r>
            <a:endParaRPr lang="en-US" sz="2000" dirty="0">
              <a:ea typeface="Calibri"/>
              <a:cs typeface="Calibri"/>
            </a:endParaRPr>
          </a:p>
          <a:p>
            <a:pPr marL="971550" lvl="1" indent="-514350">
              <a:buAutoNum type="arabicPeriod"/>
            </a:pPr>
            <a:r>
              <a:rPr lang="en-US" sz="2000" dirty="0">
                <a:cs typeface="Calibri"/>
              </a:rPr>
              <a:t>What's the benefit of using it?</a:t>
            </a:r>
            <a:endParaRPr lang="en-US" sz="2000" dirty="0">
              <a:ea typeface="Calibri"/>
              <a:cs typeface="Calibri"/>
            </a:endParaRPr>
          </a:p>
          <a:p>
            <a:pPr marL="971550" lvl="1" indent="-514350">
              <a:buAutoNum type="arabicPeriod"/>
            </a:pPr>
            <a:r>
              <a:rPr lang="en-US" sz="2000" dirty="0">
                <a:cs typeface="Calibri"/>
              </a:rPr>
              <a:t>How well does it work?</a:t>
            </a:r>
            <a:endParaRPr lang="en-US" sz="2000" dirty="0">
              <a:ea typeface="Calibri"/>
              <a:cs typeface="Calibri"/>
            </a:endParaRPr>
          </a:p>
          <a:p>
            <a:pPr marL="971550" lvl="1" indent="-514350">
              <a:buAutoNum type="arabicPeriod"/>
            </a:pPr>
            <a:r>
              <a:rPr lang="en-US" sz="2000" dirty="0">
                <a:cs typeface="Calibri"/>
              </a:rPr>
              <a:t>What's the downside?</a:t>
            </a:r>
            <a:endParaRPr lang="en-US" sz="2000" dirty="0">
              <a:ea typeface="Calibri"/>
              <a:cs typeface="Calibri"/>
            </a:endParaRPr>
          </a:p>
          <a:p>
            <a:pPr marL="971550" lvl="1" indent="-514350">
              <a:buAutoNum type="arabicPeriod"/>
            </a:pPr>
            <a:r>
              <a:rPr lang="en-US" sz="2000" dirty="0">
                <a:cs typeface="Calibri"/>
              </a:rPr>
              <a:t>What's down the road?</a:t>
            </a:r>
            <a:endParaRPr lang="en-US" sz="2000" dirty="0">
              <a:ea typeface="Calibri"/>
              <a:cs typeface="Calibri"/>
            </a:endParaRPr>
          </a:p>
          <a:p>
            <a:pPr marL="971550" lvl="1" indent="-514350">
              <a:buAutoNum type="arabicPeriod"/>
            </a:pPr>
            <a:endParaRPr lang="en-US" sz="2000">
              <a:ea typeface="Calibri"/>
              <a:cs typeface="Calibri"/>
            </a:endParaRPr>
          </a:p>
          <a:p>
            <a:pPr marL="457200" lvl="1" indent="0">
              <a:buNone/>
            </a:pPr>
            <a:r>
              <a:rPr lang="en-US" sz="2000" dirty="0">
                <a:ea typeface="Calibri"/>
                <a:cs typeface="Calibri"/>
              </a:rPr>
              <a:t>Given the time constraint we will skip details of technical implementation and results. Please see paper or poster later.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qr code with a black background&#10;&#10;AI-generated content may be incorrect.">
            <a:extLst>
              <a:ext uri="{FF2B5EF4-FFF2-40B4-BE49-F238E27FC236}">
                <a16:creationId xmlns:a16="http://schemas.microsoft.com/office/drawing/2014/main" id="{5EC90603-AFCA-9BCF-1BC3-D7D150C9B0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62" r="4" b="4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885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6D68C6-C10F-55BE-A9FA-FD43F9A2B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>
                <a:cs typeface="Calibri Light"/>
              </a:rPr>
              <a:t>Why?</a:t>
            </a:r>
            <a:endParaRPr lang="en-US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846B4-7E65-EE07-6FE8-072AFEDFB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ea typeface="Calibri"/>
                <a:cs typeface="Calibri"/>
              </a:rPr>
              <a:t>K-NN: k-nearest neighbor. Classify a query by finding its k nearest neighbors, and use the retrieved cases' labels.</a:t>
            </a:r>
          </a:p>
        </p:txBody>
      </p:sp>
      <p:pic>
        <p:nvPicPr>
          <p:cNvPr id="4" name="Picture 3" descr="A person holding a coin&#10;&#10;Description automatically generated">
            <a:extLst>
              <a:ext uri="{FF2B5EF4-FFF2-40B4-BE49-F238E27FC236}">
                <a16:creationId xmlns:a16="http://schemas.microsoft.com/office/drawing/2014/main" id="{483E8872-1787-0ACC-8936-B59F42BA8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788327"/>
            <a:ext cx="6903720" cy="528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68684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CDB3D-43EB-46BB-ED81-0B056C3EF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Why?</a:t>
            </a:r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61FE0C8-78F4-C459-1D3B-2CB0AF63E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38959"/>
              </p:ext>
            </p:extLst>
          </p:nvPr>
        </p:nvGraphicFramePr>
        <p:xfrm>
          <a:off x="761999" y="3457432"/>
          <a:ext cx="10651972" cy="316998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40933">
                  <a:extLst>
                    <a:ext uri="{9D8B030D-6E8A-4147-A177-3AD203B41FA5}">
                      <a16:colId xmlns:a16="http://schemas.microsoft.com/office/drawing/2014/main" val="2793708629"/>
                    </a:ext>
                  </a:extLst>
                </a:gridCol>
                <a:gridCol w="4297201">
                  <a:extLst>
                    <a:ext uri="{9D8B030D-6E8A-4147-A177-3AD203B41FA5}">
                      <a16:colId xmlns:a16="http://schemas.microsoft.com/office/drawing/2014/main" val="596279817"/>
                    </a:ext>
                  </a:extLst>
                </a:gridCol>
                <a:gridCol w="5113838">
                  <a:extLst>
                    <a:ext uri="{9D8B030D-6E8A-4147-A177-3AD203B41FA5}">
                      <a16:colId xmlns:a16="http://schemas.microsoft.com/office/drawing/2014/main" val="608975637"/>
                    </a:ext>
                  </a:extLst>
                </a:gridCol>
              </a:tblGrid>
              <a:tr h="42637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k-NN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Neural Networks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6045095"/>
                  </a:ext>
                </a:extLst>
              </a:tr>
              <a:tr h="11308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Strengths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Competitive accuracy on easy datasets; simple and transparent reasoning process.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Captures abstract patterns and feature interaction; handles large, high-dimensional data efficiently.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5311743"/>
                  </a:ext>
                </a:extLst>
              </a:tr>
              <a:tr h="1612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Limitations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Difficulty with large/high-dimensional data; performance depends heavily on metric &amp; feature selection.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Black box. Requires post-hoc explanations, which may not reflect true reasoning.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7318441"/>
                  </a:ext>
                </a:extLst>
              </a:tr>
            </a:tbl>
          </a:graphicData>
        </a:graphic>
      </p:graphicFrame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57692B3-FA67-0686-57F8-181EE76E8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6014"/>
            <a:ext cx="9764974" cy="23496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Neural networks are </a:t>
            </a:r>
            <a:r>
              <a:rPr lang="en-US" dirty="0">
                <a:solidFill>
                  <a:srgbClr val="C00000"/>
                </a:solidFill>
                <a:ea typeface="Calibri"/>
                <a:cs typeface="Calibri"/>
              </a:rPr>
              <a:t>powerful but black-box</a:t>
            </a:r>
          </a:p>
          <a:p>
            <a:r>
              <a:rPr lang="en-US" dirty="0">
                <a:ea typeface="Calibri"/>
                <a:cs typeface="Calibri"/>
              </a:rPr>
              <a:t>K-NN is </a:t>
            </a:r>
            <a:r>
              <a:rPr lang="en-US" dirty="0">
                <a:solidFill>
                  <a:srgbClr val="C00000"/>
                </a:solidFill>
                <a:ea typeface="Calibri"/>
                <a:cs typeface="Calibri"/>
              </a:rPr>
              <a:t>transparent but </a:t>
            </a:r>
            <a:r>
              <a:rPr lang="en-US" dirty="0">
                <a:solidFill>
                  <a:srgbClr val="C00000"/>
                </a:solidFill>
                <a:ea typeface="+mn-lt"/>
                <a:cs typeface="+mn-lt"/>
              </a:rPr>
              <a:t>ill-suited to high-dimensional data</a:t>
            </a:r>
          </a:p>
          <a:p>
            <a:r>
              <a:rPr lang="en-US" dirty="0">
                <a:ea typeface="Calibri"/>
                <a:cs typeface="Calibri"/>
              </a:rPr>
              <a:t>We want to combine the two and harness the strengths of both.</a:t>
            </a:r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2EBCC55B-4A66-E357-ABD3-4506DBC2B37C}"/>
              </a:ext>
            </a:extLst>
          </p:cNvPr>
          <p:cNvSpPr/>
          <p:nvPr/>
        </p:nvSpPr>
        <p:spPr>
          <a:xfrm rot="2040000">
            <a:off x="5753389" y="4798770"/>
            <a:ext cx="1216152" cy="484631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Left-Right 11">
            <a:extLst>
              <a:ext uri="{FF2B5EF4-FFF2-40B4-BE49-F238E27FC236}">
                <a16:creationId xmlns:a16="http://schemas.microsoft.com/office/drawing/2014/main" id="{9ACBC5D1-C2BD-08EC-D8E3-2F1CB4D36D9A}"/>
              </a:ext>
            </a:extLst>
          </p:cNvPr>
          <p:cNvSpPr/>
          <p:nvPr/>
        </p:nvSpPr>
        <p:spPr>
          <a:xfrm rot="-2220000">
            <a:off x="5742015" y="4821515"/>
            <a:ext cx="1216152" cy="484631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97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9E650-E665-ACFA-B823-F276C3A3D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742950" indent="-742950">
              <a:buAutoNum type="arabicPeriod"/>
            </a:pPr>
            <a:r>
              <a:rPr lang="en-US">
                <a:cs typeface="Calibri Light"/>
              </a:rPr>
              <a:t>Why NN-</a:t>
            </a:r>
            <a:r>
              <a:rPr lang="en-US" err="1">
                <a:cs typeface="Calibri Light"/>
              </a:rPr>
              <a:t>kNN</a:t>
            </a:r>
            <a:r>
              <a:rPr lang="en-US">
                <a:cs typeface="Calibri Light"/>
              </a:rPr>
              <a:t>? </a:t>
            </a:r>
            <a:br>
              <a:rPr lang="en-US">
                <a:cs typeface="Calibri Light"/>
              </a:rPr>
            </a:br>
            <a:r>
              <a:rPr lang="en-US">
                <a:cs typeface="Calibri Light"/>
              </a:rPr>
              <a:t>A. Advantages over traditional k-NN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A32AE-09AF-697F-37D8-D39DC7681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Neural networks have many benefits over traditional k-NN implementations: 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cs typeface="Calibri"/>
              </a:rPr>
              <a:t>Training scheme (minimizing loss), network structures (for feature extraction, hidden pattern learning), parallel computing (fast in training), active learning (fast in testing), can chain with other neural network modules (CNN + classifier)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05627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3AB48-45DA-634B-C185-CD9624595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AutoNum type="arabicPeriod"/>
            </a:pPr>
            <a:r>
              <a:rPr lang="en-US">
                <a:cs typeface="Calibri Light"/>
              </a:rPr>
              <a:t>Why NN-</a:t>
            </a:r>
            <a:r>
              <a:rPr lang="en-US" err="1">
                <a:cs typeface="Calibri Light"/>
              </a:rPr>
              <a:t>kNN</a:t>
            </a:r>
            <a:r>
              <a:rPr lang="en-US">
                <a:cs typeface="Calibri Light"/>
              </a:rPr>
              <a:t>?</a:t>
            </a:r>
            <a:br>
              <a:rPr lang="en-US">
                <a:cs typeface="Calibri Light"/>
              </a:rPr>
            </a:br>
            <a:r>
              <a:rPr lang="en-US">
                <a:cs typeface="Calibri Light"/>
              </a:rPr>
              <a:t>B. Advantage over NNs for Interpretability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2C307-72F3-9303-68E8-0A7DA74C6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K-NN is fully </a:t>
            </a:r>
            <a:r>
              <a:rPr lang="en-US">
                <a:solidFill>
                  <a:srgbClr val="FF0000"/>
                </a:solidFill>
                <a:cs typeface="Calibri"/>
              </a:rPr>
              <a:t>interpretable</a:t>
            </a:r>
            <a:r>
              <a:rPr lang="en-US">
                <a:cs typeface="Calibri"/>
              </a:rPr>
              <a:t>, NNs are (usually) black box.</a:t>
            </a:r>
            <a:endParaRPr lang="en-US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cs typeface="Calibri"/>
              </a:rPr>
              <a:t>Each k-NN solution is supported by selected nearest cases.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cs typeface="Calibri"/>
              </a:rPr>
              <a:t>The core k-NN computation is a simple human-understandable distance calculation</a:t>
            </a:r>
          </a:p>
          <a:p>
            <a:r>
              <a:rPr lang="en-US">
                <a:cs typeface="Calibri"/>
              </a:rPr>
              <a:t>From the perspective of case-based reasoning, identifying cases contributing to solution may be sufficient interpretability (Gates, Leake, Wilkerson 23).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cs typeface="Calibri"/>
              </a:rPr>
              <a:t>Feature weights can provide additional information</a:t>
            </a:r>
          </a:p>
          <a:p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9677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575FE-FB0D-43A6-BA71-24BDDE2C1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>
                <a:cs typeface="Calibri Light"/>
              </a:rPr>
              <a:t>How?</a:t>
            </a:r>
            <a:endParaRPr lang="en-US"/>
          </a:p>
        </p:txBody>
      </p:sp>
      <p:pic>
        <p:nvPicPr>
          <p:cNvPr id="4" name="Picture 3" descr="A person in a garment&#10;&#10;Description automatically generated">
            <a:extLst>
              <a:ext uri="{FF2B5EF4-FFF2-40B4-BE49-F238E27FC236}">
                <a16:creationId xmlns:a16="http://schemas.microsoft.com/office/drawing/2014/main" id="{4E9BD69E-D65C-AF3B-FB5B-89AEAC13A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82" y="1743705"/>
            <a:ext cx="4777381" cy="320084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37C07-2981-DA35-DCE3-9EAB21D06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>
                <a:cs typeface="Calibri"/>
              </a:rPr>
              <a:t>Neural Nets are universal approximators. So we can emulate almost any function (with limited memory). </a:t>
            </a:r>
            <a:endParaRPr lang="en-US" sz="2600">
              <a:ea typeface="Calibri"/>
              <a:cs typeface="Calibri"/>
            </a:endParaRPr>
          </a:p>
          <a:p>
            <a:r>
              <a:rPr lang="en-US" sz="2600">
                <a:cs typeface="Calibri"/>
              </a:rPr>
              <a:t>A good example: Logical Neural Net (Nodes represent logical operations)</a:t>
            </a:r>
            <a:endParaRPr lang="en-US" sz="2600">
              <a:ea typeface="Calibri"/>
              <a:cs typeface="Calibri"/>
            </a:endParaRPr>
          </a:p>
          <a:p>
            <a:endParaRPr lang="en-US" sz="2600">
              <a:cs typeface="Calibri"/>
            </a:endParaRPr>
          </a:p>
          <a:p>
            <a:r>
              <a:rPr lang="en-US" sz="2600">
                <a:cs typeface="Calibri"/>
              </a:rPr>
              <a:t>We can </a:t>
            </a:r>
            <a:r>
              <a:rPr lang="en-US" sz="2600">
                <a:solidFill>
                  <a:srgbClr val="C00000"/>
                </a:solidFill>
                <a:cs typeface="Calibri"/>
              </a:rPr>
              <a:t>emulate a k-NN with a NN.</a:t>
            </a:r>
            <a:endParaRPr lang="en-US" sz="2600">
              <a:solidFill>
                <a:srgbClr val="C00000"/>
              </a:solidFill>
              <a:ea typeface="Calibri"/>
              <a:cs typeface="Calibri"/>
            </a:endParaRPr>
          </a:p>
          <a:p>
            <a:r>
              <a:rPr lang="en-US" sz="2600">
                <a:ea typeface="Calibri"/>
                <a:cs typeface="Calibri"/>
              </a:rPr>
              <a:t>We will show how it works in classification.</a:t>
            </a:r>
          </a:p>
          <a:p>
            <a:endParaRPr lang="en-US" sz="26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18967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AD3F8-E223-2CEA-A67E-3E78F20FA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5"/>
            <a:ext cx="10538346" cy="1086728"/>
          </a:xfrm>
        </p:spPr>
        <p:txBody>
          <a:bodyPr>
            <a:normAutofit/>
          </a:bodyPr>
          <a:lstStyle/>
          <a:p>
            <a:r>
              <a:rPr lang="en-US" sz="4000">
                <a:ea typeface="Calibri Light"/>
                <a:cs typeface="Calibri Light"/>
              </a:rPr>
              <a:t>Neural Network Based K-Nearest Neighbor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D92BF2-59BA-7609-B6C7-ED0F5CAC96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835" y="1096061"/>
            <a:ext cx="10201701" cy="576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026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D403A-5C48-28F4-E801-E01F76243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20404-4DE1-B408-298D-DD79F5D66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5"/>
            <a:ext cx="10538346" cy="1086728"/>
          </a:xfrm>
        </p:spPr>
        <p:txBody>
          <a:bodyPr>
            <a:normAutofit fontScale="90000"/>
          </a:bodyPr>
          <a:lstStyle/>
          <a:p>
            <a:r>
              <a:rPr lang="en-US">
                <a:ea typeface="Calibri Light"/>
                <a:cs typeface="Calibri Light"/>
              </a:rPr>
              <a:t>1. Sampling cases to compare. We use equal number of cases from each class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C4EE59-2BCC-08CB-4A2C-BCF501C64B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835" y="1096061"/>
            <a:ext cx="10201701" cy="57649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1AD6725-7BDC-9977-2FB0-A9F19EE7C21B}"/>
                  </a:ext>
                </a:extLst>
              </p14:cNvPr>
              <p14:cNvContentPartPr/>
              <p14:nvPr/>
            </p14:nvContentPartPr>
            <p14:xfrm>
              <a:off x="1189366" y="4634186"/>
              <a:ext cx="1493725" cy="1452081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1AD6725-7BDC-9977-2FB0-A9F19EE7C21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71369" y="4616192"/>
                <a:ext cx="1529358" cy="148770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9441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3926B-8B34-07AE-3AF1-CE92ADFFE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D6285-5C7E-FEAC-5CF3-4CEF74A70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5"/>
            <a:ext cx="10538346" cy="1086728"/>
          </a:xfrm>
        </p:spPr>
        <p:txBody>
          <a:bodyPr>
            <a:noAutofit/>
          </a:bodyPr>
          <a:lstStyle/>
          <a:p>
            <a:r>
              <a:rPr lang="en-US" sz="4000">
                <a:ea typeface="Calibri Light"/>
                <a:cs typeface="Calibri Light"/>
              </a:rPr>
              <a:t>2. Extract Features. ResNet, Doc2Vec, Transformers, </a:t>
            </a:r>
            <a:r>
              <a:rPr lang="en-US" sz="4000" u="sng">
                <a:ea typeface="+mj-lt"/>
                <a:cs typeface="+mj-lt"/>
              </a:rPr>
              <a:t>surface features, CNN, Bi-LSTM</a:t>
            </a:r>
            <a:r>
              <a:rPr lang="en-US" sz="4000">
                <a:ea typeface="+mj-lt"/>
                <a:cs typeface="+mj-lt"/>
              </a:rPr>
              <a:t>...</a:t>
            </a:r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895F30-8CCC-05FE-9818-7064AD1D23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835" y="1096061"/>
            <a:ext cx="10201701" cy="57649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F4026A9-800E-30CD-2C1C-78628E1999D9}"/>
                  </a:ext>
                </a:extLst>
              </p14:cNvPr>
              <p14:cNvContentPartPr/>
              <p14:nvPr/>
            </p14:nvContentPartPr>
            <p14:xfrm>
              <a:off x="2619607" y="1972848"/>
              <a:ext cx="1963537" cy="1190411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F4026A9-800E-30CD-2C1C-78628E1999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01609" y="1954855"/>
                <a:ext cx="1999172" cy="12260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644977A-A5C0-EF33-4297-AFCB30BBA988}"/>
                  </a:ext>
                </a:extLst>
              </p14:cNvPr>
              <p14:cNvContentPartPr/>
              <p14:nvPr/>
            </p14:nvContentPartPr>
            <p14:xfrm>
              <a:off x="2671693" y="4863732"/>
              <a:ext cx="1974096" cy="10866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644977A-A5C0-EF33-4297-AFCB30BBA98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53698" y="4845736"/>
                <a:ext cx="2009727" cy="112225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0408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F00B7-57E7-0D9C-676B-018E26796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56BA6-7C79-BA32-05AC-2DE99BFD8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5"/>
            <a:ext cx="10538346" cy="108672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000">
                <a:ea typeface="Calibri Light"/>
                <a:cs typeface="Calibri Light"/>
              </a:rPr>
              <a:t>3. Calculate Feature Distance. </a:t>
            </a:r>
            <a:r>
              <a:rPr lang="en-US" sz="4000" u="sng">
                <a:ea typeface="Calibri Light"/>
                <a:cs typeface="Calibri Light"/>
              </a:rPr>
              <a:t>Euclidean distance</a:t>
            </a:r>
            <a:r>
              <a:rPr lang="en-US" sz="4000">
                <a:ea typeface="Calibri Light"/>
                <a:cs typeface="Calibri Light"/>
              </a:rPr>
              <a:t>, cosine distance. 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582801-A77C-0793-78FA-1F72FC74F5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835" y="1096061"/>
            <a:ext cx="10201701" cy="57649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E309579-D635-E059-E5E9-42F482764457}"/>
                  </a:ext>
                </a:extLst>
              </p14:cNvPr>
              <p14:cNvContentPartPr/>
              <p14:nvPr/>
            </p14:nvContentPartPr>
            <p14:xfrm>
              <a:off x="4957764" y="918102"/>
              <a:ext cx="2057248" cy="5220086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E309579-D635-E059-E5E9-42F4827644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39765" y="900103"/>
                <a:ext cx="2092885" cy="525572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5848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4FFE6-D3D0-2850-BB73-8D6845A4F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C3D6D-9F61-197D-BF2F-BE13C1DF0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5"/>
            <a:ext cx="10538346" cy="1086728"/>
          </a:xfrm>
        </p:spPr>
        <p:txBody>
          <a:bodyPr>
            <a:normAutofit/>
          </a:bodyPr>
          <a:lstStyle/>
          <a:p>
            <a:r>
              <a:rPr lang="en-US" sz="4000">
                <a:ea typeface="Calibri Light"/>
                <a:cs typeface="Calibri Light"/>
              </a:rPr>
              <a:t>4. Weight each feature distance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4E1232-EE22-C7F8-30B8-0D04588F69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835" y="1096061"/>
            <a:ext cx="10201701" cy="57649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CE7D3FE-9F54-6CD8-3D50-32CEB64934B3}"/>
                  </a:ext>
                </a:extLst>
              </p14:cNvPr>
              <p14:cNvContentPartPr/>
              <p14:nvPr/>
            </p14:nvContentPartPr>
            <p14:xfrm>
              <a:off x="7285517" y="1900184"/>
              <a:ext cx="1096937" cy="4060825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CE7D3FE-9F54-6CD8-3D50-32CEB64934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67523" y="1882185"/>
                <a:ext cx="1132566" cy="409646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8268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F8271-BF82-7114-5856-AC03C14BF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Why do we weight features?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8086383-C661-FD35-EB06-D75839EB3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924572"/>
              </p:ext>
            </p:extLst>
          </p:nvPr>
        </p:nvGraphicFramePr>
        <p:xfrm>
          <a:off x="714375" y="1600200"/>
          <a:ext cx="10615753" cy="483757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46731">
                  <a:extLst>
                    <a:ext uri="{9D8B030D-6E8A-4147-A177-3AD203B41FA5}">
                      <a16:colId xmlns:a16="http://schemas.microsoft.com/office/drawing/2014/main" val="3367950347"/>
                    </a:ext>
                  </a:extLst>
                </a:gridCol>
                <a:gridCol w="3680113">
                  <a:extLst>
                    <a:ext uri="{9D8B030D-6E8A-4147-A177-3AD203B41FA5}">
                      <a16:colId xmlns:a16="http://schemas.microsoft.com/office/drawing/2014/main" val="3876552879"/>
                    </a:ext>
                  </a:extLst>
                </a:gridCol>
                <a:gridCol w="4788909">
                  <a:extLst>
                    <a:ext uri="{9D8B030D-6E8A-4147-A177-3AD203B41FA5}">
                      <a16:colId xmlns:a16="http://schemas.microsoft.com/office/drawing/2014/main" val="760317702"/>
                    </a:ext>
                  </a:extLst>
                </a:gridCol>
              </a:tblGrid>
              <a:tr h="34592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Global Importance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Local Importance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785275"/>
                  </a:ext>
                </a:extLst>
              </a:tr>
              <a:tr h="859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Meaning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 is consistently important across the whole dataset.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 importance varies depending on the local region or specific case.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660110"/>
                  </a:ext>
                </a:extLst>
              </a:tr>
              <a:tr h="1482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Example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 house price prediction: number of rooms is generally predictive.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 coastal regions: distance to shore is crucial; inland, proximity to schools might matter more.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34115"/>
                  </a:ext>
                </a:extLst>
              </a:tr>
              <a:tr h="12421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Implementation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Shared </a:t>
                      </a:r>
                      <a:r>
                        <a:rPr lang="en-US" b="1"/>
                        <a:t>global feature weights</a:t>
                      </a:r>
                      <a:r>
                        <a:rPr lang="en-US"/>
                        <a:t> applied to all cases.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Case-specific feature weights. </a:t>
                      </a:r>
                      <a:r>
                        <a:rPr lang="en-US" b="0"/>
                        <a:t>Each case has its own set of feature weights.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0618484"/>
                  </a:ext>
                </a:extLst>
              </a:tr>
              <a:tr h="88726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/>
                        <a:t>Problem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Ignores local landscape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Too many parameters (each case could have its own feature weighting). Prone to overfit.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590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77153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3C557-4355-33F6-E6B6-393D6582C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Global-Local (</a:t>
            </a:r>
            <a:r>
              <a:rPr lang="en-US" err="1">
                <a:ea typeface="+mj-lt"/>
                <a:cs typeface="+mj-lt"/>
              </a:rPr>
              <a:t>Glocal</a:t>
            </a:r>
            <a:r>
              <a:rPr lang="en-US">
                <a:ea typeface="+mj-lt"/>
                <a:cs typeface="+mj-lt"/>
              </a:rPr>
              <a:t>) Feature Weighting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67266-937E-7C75-2615-F70431143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7387"/>
            <a:ext cx="10515600" cy="474939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>
                <a:ea typeface="+mn-lt"/>
                <a:cs typeface="+mn-lt"/>
              </a:rPr>
              <a:t>We </a:t>
            </a:r>
            <a:r>
              <a:rPr lang="en-US">
                <a:solidFill>
                  <a:srgbClr val="C00000"/>
                </a:solidFill>
                <a:ea typeface="+mn-lt"/>
                <a:cs typeface="+mn-lt"/>
              </a:rPr>
              <a:t>create a middle ground between global and local weighting</a:t>
            </a:r>
          </a:p>
          <a:p>
            <a:r>
              <a:rPr lang="en-US" i="1">
                <a:ea typeface="+mn-lt"/>
                <a:cs typeface="+mn-lt"/>
              </a:rPr>
              <a:t>w</a:t>
            </a:r>
            <a:r>
              <a:rPr lang="en-US">
                <a:ea typeface="+mn-lt"/>
                <a:cs typeface="+mn-lt"/>
              </a:rPr>
              <a:t> global feature weights </a:t>
            </a:r>
            <a:r>
              <a:rPr lang="en-US" i="1">
                <a:ea typeface="+mn-lt"/>
                <a:cs typeface="+mn-lt"/>
              </a:rPr>
              <a:t>GW={GW</a:t>
            </a:r>
            <a:r>
              <a:rPr lang="en-US" sz="2000" i="1">
                <a:ea typeface="+mn-lt"/>
                <a:cs typeface="+mn-lt"/>
              </a:rPr>
              <a:t>1</a:t>
            </a:r>
            <a:r>
              <a:rPr lang="en-US" i="1">
                <a:ea typeface="+mn-lt"/>
                <a:cs typeface="+mn-lt"/>
              </a:rPr>
              <a:t>, GW</a:t>
            </a:r>
            <a:r>
              <a:rPr lang="en-US" sz="2000" i="1">
                <a:ea typeface="+mn-lt"/>
                <a:cs typeface="+mn-lt"/>
              </a:rPr>
              <a:t>2</a:t>
            </a:r>
            <a:r>
              <a:rPr lang="en-US" i="1">
                <a:ea typeface="+mn-lt"/>
                <a:cs typeface="+mn-lt"/>
              </a:rPr>
              <a:t>, ..., </a:t>
            </a:r>
            <a:r>
              <a:rPr lang="en-US" i="1" err="1">
                <a:ea typeface="+mn-lt"/>
                <a:cs typeface="+mn-lt"/>
              </a:rPr>
              <a:t>GW</a:t>
            </a:r>
            <a:r>
              <a:rPr lang="en-US" sz="2000" i="1" err="1">
                <a:ea typeface="+mn-lt"/>
                <a:cs typeface="+mn-lt"/>
              </a:rPr>
              <a:t>w</a:t>
            </a:r>
            <a:r>
              <a:rPr lang="en-US" i="1">
                <a:ea typeface="+mn-lt"/>
                <a:cs typeface="+mn-lt"/>
              </a:rPr>
              <a:t>}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sz="2600">
                <a:ea typeface="+mn-lt"/>
                <a:cs typeface="+mn-lt"/>
              </a:rPr>
              <a:t>a matrix of </a:t>
            </a:r>
            <a:r>
              <a:rPr lang="en-US" sz="2600" i="1">
                <a:ea typeface="+mn-lt"/>
                <a:cs typeface="+mn-lt"/>
              </a:rPr>
              <a:t>w x d</a:t>
            </a:r>
            <a:endParaRPr lang="en-US" sz="260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Each set </a:t>
            </a:r>
            <a:r>
              <a:rPr lang="en-US" i="1" err="1">
                <a:ea typeface="+mn-lt"/>
                <a:cs typeface="+mn-lt"/>
              </a:rPr>
              <a:t>GW</a:t>
            </a:r>
            <a:r>
              <a:rPr lang="en-US" sz="2000" i="1" err="1">
                <a:ea typeface="+mn-lt"/>
                <a:cs typeface="+mn-lt"/>
              </a:rPr>
              <a:t>i</a:t>
            </a:r>
            <a:r>
              <a:rPr lang="en-US" i="1">
                <a:ea typeface="+mn-lt"/>
                <a:cs typeface="+mn-lt"/>
              </a:rPr>
              <a:t> ={W</a:t>
            </a:r>
            <a:r>
              <a:rPr lang="en-US" sz="2000" i="1">
                <a:ea typeface="+mn-lt"/>
                <a:cs typeface="+mn-lt"/>
              </a:rPr>
              <a:t>i1</a:t>
            </a:r>
            <a:r>
              <a:rPr lang="en-US" i="1">
                <a:ea typeface="+mn-lt"/>
                <a:cs typeface="+mn-lt"/>
              </a:rPr>
              <a:t>, W</a:t>
            </a:r>
            <a:r>
              <a:rPr lang="en-US" sz="2000" i="1">
                <a:ea typeface="+mn-lt"/>
                <a:cs typeface="+mn-lt"/>
              </a:rPr>
              <a:t>i2</a:t>
            </a:r>
            <a:r>
              <a:rPr lang="en-US" i="1">
                <a:ea typeface="+mn-lt"/>
                <a:cs typeface="+mn-lt"/>
              </a:rPr>
              <a:t>, ..., </a:t>
            </a:r>
            <a:r>
              <a:rPr lang="en-US" i="1" err="1">
                <a:ea typeface="+mn-lt"/>
                <a:cs typeface="+mn-lt"/>
              </a:rPr>
              <a:t>W</a:t>
            </a:r>
            <a:r>
              <a:rPr lang="en-US" sz="2000" i="1" err="1">
                <a:ea typeface="+mn-lt"/>
                <a:cs typeface="+mn-lt"/>
              </a:rPr>
              <a:t>id</a:t>
            </a:r>
            <a:r>
              <a:rPr lang="en-US" i="1">
                <a:ea typeface="+mn-lt"/>
                <a:cs typeface="+mn-lt"/>
              </a:rPr>
              <a:t>}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i="1">
                <a:ea typeface="+mn-lt"/>
                <a:cs typeface="+mn-lt"/>
              </a:rPr>
              <a:t>d</a:t>
            </a:r>
            <a:r>
              <a:rPr lang="en-US">
                <a:ea typeface="+mn-lt"/>
                <a:cs typeface="+mn-lt"/>
              </a:rPr>
              <a:t> is the number of features</a:t>
            </a:r>
          </a:p>
          <a:p>
            <a:r>
              <a:rPr lang="en-US">
                <a:ea typeface="+mn-lt"/>
                <a:cs typeface="+mn-lt"/>
              </a:rPr>
              <a:t>The scaler </a:t>
            </a:r>
            <a:r>
              <a:rPr lang="en-US" i="1" err="1">
                <a:ea typeface="+mn-lt"/>
                <a:cs typeface="+mn-lt"/>
              </a:rPr>
              <a:t>W</a:t>
            </a:r>
            <a:r>
              <a:rPr lang="en-US" sz="2000" i="1" err="1">
                <a:ea typeface="+mn-lt"/>
                <a:cs typeface="+mn-lt"/>
              </a:rPr>
              <a:t>ij</a:t>
            </a:r>
            <a:r>
              <a:rPr lang="en-US" sz="2000" i="1">
                <a:ea typeface="+mn-lt"/>
                <a:cs typeface="+mn-lt"/>
              </a:rPr>
              <a:t> </a:t>
            </a:r>
            <a:r>
              <a:rPr lang="en-US">
                <a:ea typeface="+mn-lt"/>
                <a:cs typeface="+mn-lt"/>
              </a:rPr>
              <a:t>represents the importance of feature </a:t>
            </a:r>
            <a:r>
              <a:rPr lang="en-US" i="1">
                <a:ea typeface="+mn-lt"/>
                <a:cs typeface="+mn-lt"/>
              </a:rPr>
              <a:t>j</a:t>
            </a:r>
            <a:r>
              <a:rPr lang="en-US">
                <a:ea typeface="+mn-lt"/>
                <a:cs typeface="+mn-lt"/>
              </a:rPr>
              <a:t> according to </a:t>
            </a:r>
            <a:r>
              <a:rPr lang="en-US" i="1" err="1">
                <a:ea typeface="+mn-lt"/>
                <a:cs typeface="+mn-lt"/>
              </a:rPr>
              <a:t>GW</a:t>
            </a:r>
            <a:r>
              <a:rPr lang="en-US" sz="2000" i="1" err="1">
                <a:ea typeface="+mn-lt"/>
                <a:cs typeface="+mn-lt"/>
              </a:rPr>
              <a:t>i</a:t>
            </a:r>
            <a:endParaRPr lang="en-US" i="1" err="1">
              <a:ea typeface="Calibri"/>
              <a:cs typeface="Calibri"/>
            </a:endParaRPr>
          </a:p>
          <a:p>
            <a:endParaRPr lang="en-US" i="1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Each</a:t>
            </a:r>
            <a:r>
              <a:rPr lang="en-US">
                <a:ea typeface="+mn-lt"/>
                <a:cs typeface="+mn-lt"/>
              </a:rPr>
              <a:t> case </a:t>
            </a:r>
            <a:r>
              <a:rPr lang="en-US" i="1">
                <a:ea typeface="+mn-lt"/>
                <a:cs typeface="+mn-lt"/>
              </a:rPr>
              <a:t>c</a:t>
            </a:r>
            <a:r>
              <a:rPr lang="en-US">
                <a:ea typeface="+mn-lt"/>
                <a:cs typeface="+mn-lt"/>
              </a:rPr>
              <a:t> has coefficients </a:t>
            </a:r>
            <a:r>
              <a:rPr lang="en-US" i="1" err="1">
                <a:ea typeface="+mn-lt"/>
                <a:cs typeface="+mn-lt"/>
              </a:rPr>
              <a:t>cW</a:t>
            </a:r>
            <a:r>
              <a:rPr lang="en-US" i="1">
                <a:ea typeface="+mn-lt"/>
                <a:cs typeface="+mn-lt"/>
              </a:rPr>
              <a:t> = {cW</a:t>
            </a:r>
            <a:r>
              <a:rPr lang="en-US" sz="2000" i="1">
                <a:ea typeface="+mn-lt"/>
                <a:cs typeface="+mn-lt"/>
              </a:rPr>
              <a:t>1</a:t>
            </a:r>
            <a:r>
              <a:rPr lang="en-US" i="1">
                <a:ea typeface="+mn-lt"/>
                <a:cs typeface="+mn-lt"/>
              </a:rPr>
              <a:t>, cW</a:t>
            </a:r>
            <a:r>
              <a:rPr lang="en-US" sz="2000" i="1">
                <a:ea typeface="+mn-lt"/>
                <a:cs typeface="+mn-lt"/>
              </a:rPr>
              <a:t>2</a:t>
            </a:r>
            <a:r>
              <a:rPr lang="en-US" i="1">
                <a:ea typeface="+mn-lt"/>
                <a:cs typeface="+mn-lt"/>
              </a:rPr>
              <a:t>, ..., </a:t>
            </a:r>
            <a:r>
              <a:rPr lang="en-US" i="1" err="1">
                <a:ea typeface="+mn-lt"/>
                <a:cs typeface="+mn-lt"/>
              </a:rPr>
              <a:t>cW</a:t>
            </a:r>
            <a:r>
              <a:rPr lang="en-US" sz="2000" i="1" err="1">
                <a:ea typeface="+mn-lt"/>
                <a:cs typeface="+mn-lt"/>
              </a:rPr>
              <a:t>w</a:t>
            </a:r>
            <a:r>
              <a:rPr lang="en-US" i="1">
                <a:ea typeface="+mn-lt"/>
                <a:cs typeface="+mn-lt"/>
              </a:rPr>
              <a:t>}</a:t>
            </a:r>
            <a:r>
              <a:rPr lang="en-US">
                <a:ea typeface="+mn-lt"/>
                <a:cs typeface="+mn-lt"/>
              </a:rPr>
              <a:t>, </a:t>
            </a:r>
            <a:r>
              <a:rPr lang="en-US" sz="2600">
                <a:ea typeface="+mn-lt"/>
                <a:cs typeface="+mn-lt"/>
              </a:rPr>
              <a:t>a matrix of </a:t>
            </a:r>
            <a:r>
              <a:rPr lang="en-US" sz="2600" i="1">
                <a:ea typeface="+mn-lt"/>
                <a:cs typeface="+mn-lt"/>
              </a:rPr>
              <a:t>1 x w</a:t>
            </a:r>
            <a:endParaRPr lang="en-US">
              <a:ea typeface="Calibri"/>
              <a:cs typeface="Calibri"/>
            </a:endParaRPr>
          </a:p>
          <a:p>
            <a:r>
              <a:rPr lang="en-US" i="1" err="1">
                <a:ea typeface="+mn-lt"/>
                <a:cs typeface="+mn-lt"/>
              </a:rPr>
              <a:t>cW</a:t>
            </a:r>
            <a:r>
              <a:rPr lang="en-US" sz="2000" i="1" err="1">
                <a:ea typeface="+mn-lt"/>
                <a:cs typeface="+mn-lt"/>
              </a:rPr>
              <a:t>i</a:t>
            </a:r>
            <a:r>
              <a:rPr lang="en-US">
                <a:ea typeface="+mn-lt"/>
                <a:cs typeface="+mn-lt"/>
              </a:rPr>
              <a:t> quantifies how strongly case </a:t>
            </a:r>
            <a:r>
              <a:rPr lang="en-US" i="1">
                <a:ea typeface="+mn-lt"/>
                <a:cs typeface="+mn-lt"/>
              </a:rPr>
              <a:t>c</a:t>
            </a:r>
            <a:r>
              <a:rPr lang="en-US">
                <a:ea typeface="+mn-lt"/>
                <a:cs typeface="+mn-lt"/>
              </a:rPr>
              <a:t> is influenced by </a:t>
            </a:r>
            <a:r>
              <a:rPr lang="en-US" i="1" err="1">
                <a:ea typeface="+mn-lt"/>
                <a:cs typeface="+mn-lt"/>
              </a:rPr>
              <a:t>GW</a:t>
            </a:r>
            <a:r>
              <a:rPr lang="en-US" sz="2000" i="1" err="1">
                <a:ea typeface="+mn-lt"/>
                <a:cs typeface="+mn-lt"/>
              </a:rPr>
              <a:t>i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0" indent="0">
              <a:buNone/>
            </a:pPr>
            <a:endParaRPr lang="en-US" sz="2000" i="1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The feature weight for case </a:t>
            </a:r>
            <a:r>
              <a:rPr lang="en-US" i="1">
                <a:ea typeface="Calibri"/>
                <a:cs typeface="Calibri"/>
              </a:rPr>
              <a:t>c is: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i="1" err="1">
                <a:ea typeface="Calibri"/>
                <a:cs typeface="Calibri"/>
              </a:rPr>
              <a:t>cw</a:t>
            </a:r>
            <a:r>
              <a:rPr lang="en-US" i="1">
                <a:ea typeface="Calibri"/>
                <a:cs typeface="Calibri"/>
              </a:rPr>
              <a:t> = </a:t>
            </a:r>
            <a:r>
              <a:rPr lang="en-US" i="1" err="1">
                <a:ea typeface="Calibri"/>
                <a:cs typeface="Calibri"/>
              </a:rPr>
              <a:t>cW</a:t>
            </a:r>
            <a:r>
              <a:rPr lang="en-US" i="1">
                <a:ea typeface="Calibri"/>
                <a:cs typeface="Calibri"/>
              </a:rPr>
              <a:t> · GW</a:t>
            </a:r>
            <a:r>
              <a:rPr lang="en-US">
                <a:ea typeface="Calibri"/>
                <a:cs typeface="Calibri"/>
              </a:rPr>
              <a:t>, it has dimension </a:t>
            </a:r>
            <a:r>
              <a:rPr lang="en-US" i="1">
                <a:ea typeface="Calibri"/>
                <a:cs typeface="Calibri"/>
              </a:rPr>
              <a:t>1 x d</a:t>
            </a:r>
          </a:p>
          <a:p>
            <a:r>
              <a:rPr lang="en-US">
                <a:ea typeface="Calibri"/>
                <a:cs typeface="Calibri"/>
              </a:rPr>
              <a:t>Intuitively, </a:t>
            </a:r>
            <a:r>
              <a:rPr lang="en-US">
                <a:solidFill>
                  <a:srgbClr val="C00000"/>
                </a:solidFill>
                <a:ea typeface="Calibri"/>
                <a:cs typeface="Calibri"/>
              </a:rPr>
              <a:t>each case choose how much it takes from each </a:t>
            </a:r>
            <a:r>
              <a:rPr lang="en-US" i="1" err="1">
                <a:solidFill>
                  <a:srgbClr val="C00000"/>
                </a:solidFill>
                <a:ea typeface="Calibri"/>
                <a:cs typeface="Calibri"/>
              </a:rPr>
              <a:t>GW</a:t>
            </a:r>
            <a:r>
              <a:rPr lang="en-US" sz="2400" i="1" err="1">
                <a:solidFill>
                  <a:srgbClr val="C00000"/>
                </a:solidFill>
                <a:ea typeface="Calibri"/>
                <a:cs typeface="Calibri"/>
              </a:rPr>
              <a:t>i</a:t>
            </a:r>
            <a:endParaRPr lang="en-US" sz="2400" i="1">
              <a:solidFill>
                <a:srgbClr val="C0000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6352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520203E-590D-5074-561F-C53EBFF55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DA55B-E9AE-C615-6FAA-6D7BE4C87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Example for Global-Local Feature Weighting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4CD2B-1A5D-E2DF-556F-9E7DFEEFB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Using house price prediction as an example.</a:t>
            </a:r>
          </a:p>
          <a:p>
            <a:r>
              <a:rPr lang="en-US">
                <a:ea typeface="Calibri"/>
                <a:cs typeface="Calibri"/>
              </a:rPr>
              <a:t>Let's say there are three features: {number of rooms, </a:t>
            </a:r>
            <a:r>
              <a:rPr lang="en-US">
                <a:ea typeface="+mn-lt"/>
                <a:cs typeface="+mn-lt"/>
              </a:rPr>
              <a:t>distance to shore, and proximity to school}</a:t>
            </a:r>
          </a:p>
          <a:p>
            <a:r>
              <a:rPr lang="en-US">
                <a:ea typeface="Calibri"/>
                <a:cs typeface="Calibri"/>
              </a:rPr>
              <a:t>We can have two </a:t>
            </a:r>
            <a:r>
              <a:rPr lang="en-US" i="1">
                <a:ea typeface="Calibri"/>
                <a:cs typeface="Calibri"/>
              </a:rPr>
              <a:t>GW={GW</a:t>
            </a:r>
            <a:r>
              <a:rPr lang="en-US" sz="2000" i="1">
                <a:ea typeface="Calibri"/>
                <a:cs typeface="Calibri"/>
              </a:rPr>
              <a:t>1</a:t>
            </a:r>
            <a:r>
              <a:rPr lang="en-US" i="1">
                <a:ea typeface="Calibri"/>
                <a:cs typeface="Calibri"/>
              </a:rPr>
              <a:t>, GW</a:t>
            </a:r>
            <a:r>
              <a:rPr lang="en-US" sz="2000" i="1">
                <a:ea typeface="Calibri"/>
                <a:cs typeface="Calibri"/>
              </a:rPr>
              <a:t>2</a:t>
            </a:r>
            <a:r>
              <a:rPr lang="en-US" i="1">
                <a:ea typeface="Calibri"/>
                <a:cs typeface="Calibri"/>
              </a:rPr>
              <a:t>}</a:t>
            </a:r>
            <a:r>
              <a:rPr lang="en-US">
                <a:ea typeface="Calibri"/>
                <a:cs typeface="Calibri"/>
              </a:rPr>
              <a:t>, where </a:t>
            </a:r>
            <a:r>
              <a:rPr lang="en-US" i="1">
                <a:ea typeface="Calibri"/>
                <a:cs typeface="Calibri"/>
              </a:rPr>
              <a:t>GW</a:t>
            </a:r>
            <a:r>
              <a:rPr lang="en-US" sz="2000" i="1">
                <a:ea typeface="Calibri"/>
                <a:cs typeface="Calibri"/>
              </a:rPr>
              <a:t>1 </a:t>
            </a:r>
            <a:r>
              <a:rPr lang="en-US" i="1">
                <a:ea typeface="Calibri"/>
                <a:cs typeface="Calibri"/>
              </a:rPr>
              <a:t>={0.8,0,0.2}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i="1">
                <a:ea typeface="Calibri"/>
                <a:cs typeface="Calibri"/>
              </a:rPr>
              <a:t>GW</a:t>
            </a:r>
            <a:r>
              <a:rPr lang="en-US" sz="2000" i="1">
                <a:ea typeface="Calibri"/>
                <a:cs typeface="Calibri"/>
              </a:rPr>
              <a:t>2</a:t>
            </a:r>
            <a:r>
              <a:rPr lang="en-US" i="1">
                <a:ea typeface="Calibri"/>
                <a:cs typeface="Calibri"/>
              </a:rPr>
              <a:t>= {0.4,0.6,0}</a:t>
            </a:r>
          </a:p>
          <a:p>
            <a:r>
              <a:rPr lang="en-US">
                <a:ea typeface="Calibri"/>
                <a:cs typeface="Calibri"/>
              </a:rPr>
              <a:t>If </a:t>
            </a:r>
            <a:r>
              <a:rPr lang="en-US" i="1">
                <a:ea typeface="Calibri"/>
                <a:cs typeface="Calibri"/>
              </a:rPr>
              <a:t>c</a:t>
            </a:r>
            <a:r>
              <a:rPr lang="en-US">
                <a:ea typeface="Calibri"/>
                <a:cs typeface="Calibri"/>
              </a:rPr>
              <a:t> is by the sea, then </a:t>
            </a:r>
            <a:r>
              <a:rPr lang="en-US" i="1" err="1">
                <a:ea typeface="Calibri"/>
                <a:cs typeface="Calibri"/>
              </a:rPr>
              <a:t>cW</a:t>
            </a:r>
            <a:r>
              <a:rPr lang="en-US" i="1">
                <a:ea typeface="Calibri"/>
                <a:cs typeface="Calibri"/>
              </a:rPr>
              <a:t> </a:t>
            </a:r>
            <a:r>
              <a:rPr lang="en-US">
                <a:ea typeface="Calibri"/>
                <a:cs typeface="Calibri"/>
              </a:rPr>
              <a:t>could be {0.3,0.7}</a:t>
            </a:r>
          </a:p>
          <a:p>
            <a:r>
              <a:rPr lang="en-US" sz="2600" i="1" err="1">
                <a:ea typeface="Calibri"/>
                <a:cs typeface="Calibri"/>
              </a:rPr>
              <a:t>cw</a:t>
            </a:r>
            <a:r>
              <a:rPr lang="en-US" sz="2600" i="1">
                <a:ea typeface="Calibri"/>
                <a:cs typeface="Calibri"/>
              </a:rPr>
              <a:t> = </a:t>
            </a:r>
            <a:r>
              <a:rPr lang="en-US" sz="2600" i="1" err="1">
                <a:ea typeface="Calibri"/>
                <a:cs typeface="Calibri"/>
              </a:rPr>
              <a:t>cW</a:t>
            </a:r>
            <a:r>
              <a:rPr lang="en-US" sz="2600" i="1">
                <a:ea typeface="Calibri"/>
                <a:cs typeface="Calibri"/>
              </a:rPr>
              <a:t> · GW = </a:t>
            </a:r>
            <a:r>
              <a:rPr lang="en-US" sz="2600" i="1">
                <a:ea typeface="+mn-lt"/>
                <a:cs typeface="+mn-lt"/>
              </a:rPr>
              <a:t>0.3×{0.8,0,0.2}+0.7×{0.4,0.6,0}={0.52,0.42,0.06}</a:t>
            </a:r>
            <a:endParaRPr lang="en-US" i="1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26336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F9EFC02-B33A-5BA5-A8B8-96D84A01C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F77C-D5DF-24F2-6FE8-1DBDDB60D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5"/>
            <a:ext cx="10538346" cy="1086728"/>
          </a:xfrm>
        </p:spPr>
        <p:txBody>
          <a:bodyPr>
            <a:normAutofit/>
          </a:bodyPr>
          <a:lstStyle/>
          <a:p>
            <a:r>
              <a:rPr lang="en-US" sz="4000">
                <a:ea typeface="Calibri Light"/>
                <a:cs typeface="Calibri Light"/>
              </a:rPr>
              <a:t>4. Weight each feature distance</a:t>
            </a:r>
          </a:p>
        </p:txBody>
      </p:sp>
      <p:pic>
        <p:nvPicPr>
          <p:cNvPr id="10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25B6C1-74CB-465A-787B-DEF3881A42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835" y="1096061"/>
            <a:ext cx="10201701" cy="57649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E1D0DA6-A7C8-4CA1-4129-508548387479}"/>
                  </a:ext>
                </a:extLst>
              </p14:cNvPr>
              <p14:cNvContentPartPr/>
              <p14:nvPr/>
            </p14:nvContentPartPr>
            <p14:xfrm>
              <a:off x="6303684" y="1546486"/>
              <a:ext cx="2717289" cy="6246594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E1D0DA6-A7C8-4CA1-4129-50854838747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86046" y="1528487"/>
                <a:ext cx="2752924" cy="628223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09358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0A4F9-2620-B02D-95CE-D540FEA9B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F13E1-7B82-0257-FAF3-2CA66B66B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5"/>
            <a:ext cx="10538346" cy="1086728"/>
          </a:xfrm>
        </p:spPr>
        <p:txBody>
          <a:bodyPr>
            <a:normAutofit/>
          </a:bodyPr>
          <a:lstStyle/>
          <a:p>
            <a:r>
              <a:rPr lang="en-US" sz="4000">
                <a:ea typeface="Calibri Light"/>
                <a:cs typeface="Calibri Light"/>
              </a:rPr>
              <a:t>5. Calculate case activation based on distance</a:t>
            </a:r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15AA23-F2B7-606C-E813-078947D4E2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835" y="1096061"/>
            <a:ext cx="10201701" cy="57649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D7154BB-B7AD-B920-0FC1-F23A53963BBF}"/>
                  </a:ext>
                </a:extLst>
              </p14:cNvPr>
              <p14:cNvContentPartPr/>
              <p14:nvPr/>
            </p14:nvContentPartPr>
            <p14:xfrm>
              <a:off x="8590414" y="1474941"/>
              <a:ext cx="2653738" cy="168779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D7154BB-B7AD-B920-0FC1-F23A53963BB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72775" y="1457304"/>
                <a:ext cx="2689376" cy="17234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6232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E66E9-3D9B-BFB8-2EF8-719EAB011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Case activation function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C2293-D2BB-C3BD-B08A-CCCF557EB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Each case has a learnable default activation </a:t>
            </a:r>
            <a:r>
              <a:rPr lang="en-US" i="1" err="1">
                <a:ea typeface="+mn-lt"/>
                <a:cs typeface="+mn-lt"/>
              </a:rPr>
              <a:t>bias</a:t>
            </a:r>
            <a:r>
              <a:rPr lang="en-US" sz="2000" i="1" err="1">
                <a:ea typeface="+mn-lt"/>
                <a:cs typeface="+mn-lt"/>
              </a:rPr>
              <a:t>c</a:t>
            </a:r>
            <a:endParaRPr lang="en-US" sz="2000" i="1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The </a:t>
            </a:r>
            <a:r>
              <a:rPr lang="en-US">
                <a:solidFill>
                  <a:srgbClr val="C00000"/>
                </a:solidFill>
                <a:ea typeface="+mn-lt"/>
                <a:cs typeface="+mn-lt"/>
              </a:rPr>
              <a:t>case activation is </a:t>
            </a:r>
            <a:r>
              <a:rPr lang="en-US" i="1" err="1">
                <a:solidFill>
                  <a:srgbClr val="C00000"/>
                </a:solidFill>
                <a:ea typeface="+mn-lt"/>
                <a:cs typeface="+mn-lt"/>
              </a:rPr>
              <a:t>bias</a:t>
            </a:r>
            <a:r>
              <a:rPr lang="en-US" sz="2000" i="1" err="1">
                <a:solidFill>
                  <a:srgbClr val="C00000"/>
                </a:solidFill>
                <a:ea typeface="+mn-lt"/>
                <a:cs typeface="+mn-lt"/>
              </a:rPr>
              <a:t>c</a:t>
            </a:r>
            <a:r>
              <a:rPr lang="en-US" sz="2000" i="1">
                <a:solidFill>
                  <a:srgbClr val="C00000"/>
                </a:solidFill>
                <a:ea typeface="+mn-lt"/>
                <a:cs typeface="+mn-lt"/>
              </a:rPr>
              <a:t> </a:t>
            </a:r>
            <a:r>
              <a:rPr lang="en-US">
                <a:solidFill>
                  <a:srgbClr val="C00000"/>
                </a:solidFill>
                <a:ea typeface="+mn-lt"/>
                <a:cs typeface="+mn-lt"/>
              </a:rPr>
              <a:t>reduced by the weighted distance</a:t>
            </a:r>
            <a:r>
              <a:rPr lang="en-US">
                <a:ea typeface="+mn-lt"/>
                <a:cs typeface="+mn-lt"/>
              </a:rPr>
              <a:t> from the query, passed through </a:t>
            </a:r>
            <a:r>
              <a:rPr lang="en-US">
                <a:solidFill>
                  <a:srgbClr val="C00000"/>
                </a:solidFill>
                <a:ea typeface="+mn-lt"/>
                <a:cs typeface="+mn-lt"/>
              </a:rPr>
              <a:t>a scaled sigmoid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r>
              <a:rPr lang="en-US">
                <a:ea typeface="+mn-lt"/>
                <a:cs typeface="+mn-lt"/>
              </a:rPr>
              <a:t>We initialize </a:t>
            </a:r>
            <a:r>
              <a:rPr lang="en-US" i="1" err="1">
                <a:ea typeface="+mn-lt"/>
                <a:cs typeface="+mn-lt"/>
              </a:rPr>
              <a:t>bias</a:t>
            </a:r>
            <a:r>
              <a:rPr lang="en-US" sz="2000" i="1" err="1">
                <a:ea typeface="+mn-lt"/>
                <a:cs typeface="+mn-lt"/>
              </a:rPr>
              <a:t>c</a:t>
            </a:r>
            <a:r>
              <a:rPr lang="en-US">
                <a:ea typeface="+mn-lt"/>
                <a:cs typeface="+mn-lt"/>
              </a:rPr>
              <a:t> as the average unweighted distance </a:t>
            </a:r>
            <a:r>
              <a:rPr lang="en-US" i="1">
                <a:ea typeface="+mn-lt"/>
                <a:cs typeface="+mn-lt"/>
              </a:rPr>
              <a:t>B</a:t>
            </a:r>
            <a:r>
              <a:rPr lang="en-US">
                <a:ea typeface="+mn-lt"/>
                <a:cs typeface="+mn-lt"/>
              </a:rPr>
              <a:t> of the </a:t>
            </a:r>
            <a:r>
              <a:rPr lang="en-US" i="1">
                <a:ea typeface="+mn-lt"/>
                <a:cs typeface="+mn-lt"/>
              </a:rPr>
              <a:t>k</a:t>
            </a:r>
            <a:r>
              <a:rPr lang="en-US">
                <a:ea typeface="+mn-lt"/>
                <a:cs typeface="+mn-lt"/>
              </a:rPr>
              <a:t>-</a:t>
            </a:r>
            <a:r>
              <a:rPr lang="en-US" err="1">
                <a:ea typeface="+mn-lt"/>
                <a:cs typeface="+mn-lt"/>
              </a:rPr>
              <a:t>th</a:t>
            </a:r>
            <a:r>
              <a:rPr lang="en-US">
                <a:ea typeface="+mn-lt"/>
                <a:cs typeface="+mn-lt"/>
              </a:rPr>
              <a:t> nearest neighbor in all cases.</a:t>
            </a:r>
          </a:p>
          <a:p>
            <a:r>
              <a:rPr lang="en-US" i="1" err="1">
                <a:ea typeface="Calibri" panose="020F0502020204030204"/>
                <a:cs typeface="Calibri" panose="020F0502020204030204"/>
              </a:rPr>
              <a:t>bias</a:t>
            </a:r>
            <a:r>
              <a:rPr lang="en-US" sz="2000" i="1" err="1">
                <a:ea typeface="Calibri" panose="020F0502020204030204"/>
                <a:cs typeface="Calibri" panose="020F0502020204030204"/>
              </a:rPr>
              <a:t>c</a:t>
            </a:r>
            <a:r>
              <a:rPr lang="en-US">
                <a:ea typeface="Calibri" panose="020F0502020204030204"/>
                <a:cs typeface="Calibri" panose="020F0502020204030204"/>
              </a:rPr>
              <a:t> is trainable. B remains fixed.</a:t>
            </a:r>
          </a:p>
        </p:txBody>
      </p:sp>
      <p:pic>
        <p:nvPicPr>
          <p:cNvPr id="5" name="Picture 4" descr="A math problem with numbers and symbols&#10;&#10;AI-generated content may be incorrect.">
            <a:extLst>
              <a:ext uri="{FF2B5EF4-FFF2-40B4-BE49-F238E27FC236}">
                <a16:creationId xmlns:a16="http://schemas.microsoft.com/office/drawing/2014/main" id="{1784575C-22D8-AED0-8955-B430AE4CE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980" y="4891353"/>
            <a:ext cx="7200323" cy="128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80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C6EB7-10DD-E00F-26CB-E7EBF2736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BE903-A78F-02DC-CDBF-3807FDE14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5"/>
            <a:ext cx="10538346" cy="1086728"/>
          </a:xfrm>
        </p:spPr>
        <p:txBody>
          <a:bodyPr>
            <a:normAutofit/>
          </a:bodyPr>
          <a:lstStyle/>
          <a:p>
            <a:r>
              <a:rPr lang="en-US" sz="4000">
                <a:ea typeface="Calibri Light"/>
                <a:cs typeface="Calibri Light"/>
              </a:rPr>
              <a:t>6. Activate the corresponding classes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6818B8-7CF4-B3E0-FCF5-891785DDA5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835" y="1096061"/>
            <a:ext cx="10201701" cy="57649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A53F193-DFC9-C09A-FA30-C5A669234247}"/>
                  </a:ext>
                </a:extLst>
              </p14:cNvPr>
              <p14:cNvContentPartPr/>
              <p14:nvPr/>
            </p14:nvContentPartPr>
            <p14:xfrm>
              <a:off x="9006900" y="3191536"/>
              <a:ext cx="1962321" cy="3670068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A53F193-DFC9-C09A-FA30-C5A6692342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89264" y="3173538"/>
                <a:ext cx="1997954" cy="370570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58830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46650-C42F-3914-D236-275CDFD17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Intuitive Explanation 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BBF7C-0D01-AA6B-FF12-DF969E8AB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NN-</a:t>
            </a:r>
            <a:r>
              <a:rPr lang="en-US" err="1">
                <a:ea typeface="Calibri"/>
                <a:cs typeface="Calibri"/>
              </a:rPr>
              <a:t>kNN</a:t>
            </a:r>
            <a:r>
              <a:rPr lang="en-US">
                <a:ea typeface="Calibri"/>
                <a:cs typeface="Calibri"/>
              </a:rPr>
              <a:t> is composed of: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>
                <a:ea typeface="Calibri"/>
                <a:cs typeface="Calibri"/>
              </a:rPr>
              <a:t>A layer that calculates feature distances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>
                <a:ea typeface="Calibri"/>
                <a:cs typeface="Calibri"/>
              </a:rPr>
              <a:t>A layer that calculates case activations using feature distances</a:t>
            </a:r>
          </a:p>
          <a:p>
            <a:pPr marL="914400" lvl="2" indent="0">
              <a:buNone/>
            </a:pPr>
            <a:r>
              <a:rPr lang="en-US" sz="2400">
                <a:ea typeface="Calibri"/>
                <a:cs typeface="Calibri"/>
              </a:rPr>
              <a:t>(case activation really is just the inverse of case distance)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>
                <a:ea typeface="Calibri"/>
                <a:cs typeface="Calibri"/>
              </a:rPr>
              <a:t>A layer that activates classes based on activated cases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>
                <a:ea typeface="Calibri"/>
                <a:cs typeface="Calibri"/>
              </a:rPr>
              <a:t>A final layer to summarize/adapt all classes</a:t>
            </a:r>
          </a:p>
        </p:txBody>
      </p:sp>
    </p:spTree>
    <p:extLst>
      <p:ext uri="{BB962C8B-B14F-4D97-AF65-F5344CB8AC3E}">
        <p14:creationId xmlns:p14="http://schemas.microsoft.com/office/powerpoint/2010/main" val="131895888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FEA91-2B09-2F0E-0B96-B4DB801CF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Summary of NN-</a:t>
            </a:r>
            <a:r>
              <a:rPr lang="en-US" err="1">
                <a:cs typeface="Calibri Light"/>
              </a:rPr>
              <a:t>kNN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BFA15-5D0A-4F09-2F9C-7678D7856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NN-</a:t>
            </a:r>
            <a:r>
              <a:rPr lang="en-US" err="1">
                <a:ea typeface="Calibri"/>
                <a:cs typeface="Calibri"/>
              </a:rPr>
              <a:t>kNN</a:t>
            </a:r>
            <a:r>
              <a:rPr lang="en-US">
                <a:ea typeface="Calibri"/>
                <a:cs typeface="Calibri"/>
              </a:rPr>
              <a:t> implements a generalized k-NN. It has:</a:t>
            </a:r>
          </a:p>
          <a:p>
            <a:r>
              <a:rPr lang="en-US">
                <a:ea typeface="Calibri"/>
                <a:cs typeface="Calibri"/>
              </a:rPr>
              <a:t>Local/global weighting for feature weighting</a:t>
            </a:r>
          </a:p>
          <a:p>
            <a:r>
              <a:rPr lang="en-US">
                <a:ea typeface="Calibri"/>
                <a:cs typeface="Calibri"/>
              </a:rPr>
              <a:t>Case weighting</a:t>
            </a:r>
          </a:p>
          <a:p>
            <a:r>
              <a:rPr lang="en-US">
                <a:ea typeface="Calibri"/>
                <a:cs typeface="Calibri"/>
              </a:rPr>
              <a:t>Default case activation (determined by </a:t>
            </a:r>
            <a:r>
              <a:rPr lang="en-US" i="1">
                <a:ea typeface="Calibri"/>
                <a:cs typeface="Calibri"/>
              </a:rPr>
              <a:t>k</a:t>
            </a:r>
            <a:r>
              <a:rPr lang="en-US">
                <a:ea typeface="Calibri"/>
                <a:cs typeface="Calibri"/>
              </a:rPr>
              <a:t>)</a:t>
            </a:r>
          </a:p>
          <a:p>
            <a:r>
              <a:rPr lang="en-US">
                <a:ea typeface="Calibri"/>
                <a:cs typeface="Calibri"/>
              </a:rPr>
              <a:t>User may disable any of the above, by setting the corresponding parameters to a fixed constant value. </a:t>
            </a:r>
          </a:p>
          <a:p>
            <a:r>
              <a:rPr lang="en-US">
                <a:ea typeface="Calibri"/>
                <a:cs typeface="Calibri"/>
              </a:rPr>
              <a:t>User may also chain additional modules for different purposes, E.g. adding a feature extraction module at the front, or modifying the target/adaptation layer at the end for a special adaptation rule.</a:t>
            </a:r>
          </a:p>
        </p:txBody>
      </p:sp>
    </p:spTree>
    <p:extLst>
      <p:ext uri="{BB962C8B-B14F-4D97-AF65-F5344CB8AC3E}">
        <p14:creationId xmlns:p14="http://schemas.microsoft.com/office/powerpoint/2010/main" val="162916229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FC6DC-BE55-792A-4283-D826E0DD3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1A9A2-28C4-BDD9-6408-3E3B69041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4400" dirty="0">
                <a:latin typeface="Calibri Light"/>
                <a:ea typeface="Calibri Light"/>
                <a:cs typeface="Calibri Light"/>
              </a:rPr>
              <a:t>Comparison with old NN-</a:t>
            </a:r>
            <a:r>
              <a:rPr lang="en-US" sz="4400" dirty="0" err="1">
                <a:latin typeface="Calibri Light"/>
                <a:ea typeface="Calibri Light"/>
                <a:cs typeface="Calibri Light"/>
              </a:rPr>
              <a:t>kNN</a:t>
            </a:r>
          </a:p>
          <a:p>
            <a:r>
              <a:rPr lang="en-US" dirty="0">
                <a:ea typeface="Calibri"/>
                <a:cs typeface="Calibri"/>
              </a:rPr>
              <a:t>Scalable by sampling cases</a:t>
            </a:r>
            <a:endParaRPr lang="en-US" dirty="0"/>
          </a:p>
          <a:p>
            <a:r>
              <a:rPr lang="en-US" dirty="0">
                <a:ea typeface="Calibri"/>
                <a:cs typeface="Calibri"/>
              </a:rPr>
              <a:t>Feature Extraction, allows evaluation on Image and Text</a:t>
            </a:r>
          </a:p>
          <a:p>
            <a:r>
              <a:rPr lang="en-US" dirty="0">
                <a:ea typeface="Calibri"/>
                <a:cs typeface="Calibri"/>
              </a:rPr>
              <a:t>Global-local feature weighting mechanism</a:t>
            </a:r>
          </a:p>
          <a:p>
            <a:r>
              <a:rPr lang="en-US" dirty="0">
                <a:ea typeface="Calibri"/>
                <a:cs typeface="Calibri"/>
              </a:rPr>
              <a:t>Custom case activation function</a:t>
            </a:r>
          </a:p>
        </p:txBody>
      </p:sp>
    </p:spTree>
    <p:extLst>
      <p:ext uri="{BB962C8B-B14F-4D97-AF65-F5344CB8AC3E}">
        <p14:creationId xmlns:p14="http://schemas.microsoft.com/office/powerpoint/2010/main" val="9528760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1E81E-3FC1-A982-9858-4FA9F14C2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Benefits of NN-kNN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E713F-3104-7E12-62AB-41D35B56F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cs typeface="Calibri"/>
              </a:rPr>
              <a:t>Fully </a:t>
            </a:r>
            <a:r>
              <a:rPr lang="en-US" dirty="0" err="1">
                <a:solidFill>
                  <a:srgbClr val="C00000"/>
                </a:solidFill>
                <a:cs typeface="Calibri"/>
              </a:rPr>
              <a:t>intrepretable</a:t>
            </a:r>
            <a:r>
              <a:rPr lang="en-US" dirty="0">
                <a:solidFill>
                  <a:srgbClr val="C00000"/>
                </a:solidFill>
                <a:cs typeface="Calibri"/>
              </a:rPr>
              <a:t> as a k-NN</a:t>
            </a:r>
            <a:r>
              <a:rPr lang="en-US" dirty="0">
                <a:cs typeface="Calibri"/>
              </a:rPr>
              <a:t>: Can show similar features and highly </a:t>
            </a:r>
            <a:r>
              <a:rPr lang="en-US" dirty="0">
                <a:ea typeface="+mn-lt"/>
                <a:cs typeface="+mn-lt"/>
              </a:rPr>
              <a:t>activated </a:t>
            </a:r>
            <a:r>
              <a:rPr lang="en-US" dirty="0">
                <a:cs typeface="Calibri"/>
              </a:rPr>
              <a:t>cases. </a:t>
            </a:r>
          </a:p>
          <a:p>
            <a:r>
              <a:rPr lang="en-US" dirty="0">
                <a:solidFill>
                  <a:srgbClr val="C00000"/>
                </a:solidFill>
                <a:cs typeface="Calibri"/>
              </a:rPr>
              <a:t>Powerful like a normal NN</a:t>
            </a:r>
            <a:r>
              <a:rPr lang="en-US" dirty="0">
                <a:cs typeface="Calibri"/>
              </a:rPr>
              <a:t>: NN-</a:t>
            </a:r>
            <a:r>
              <a:rPr lang="en-US" dirty="0" err="1">
                <a:cs typeface="Calibri"/>
              </a:rPr>
              <a:t>kNN</a:t>
            </a:r>
            <a:r>
              <a:rPr lang="en-US" dirty="0">
                <a:cs typeface="Calibri"/>
              </a:rPr>
              <a:t> is trained to minimize a loss using back propagation.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solidFill>
                  <a:srgbClr val="C00000"/>
                </a:solidFill>
                <a:cs typeface="Calibri"/>
              </a:rPr>
              <a:t>Harmonizes different components</a:t>
            </a:r>
            <a:r>
              <a:rPr lang="en-US" dirty="0">
                <a:cs typeface="Calibri"/>
              </a:rPr>
              <a:t>. Trained end-to-end. We can train feature weighting and case weighting together; We can balance the loss between accuracy and explainability; We can also train feature extraction, retrieval (and even adaptation) together.</a:t>
            </a:r>
            <a:endParaRPr lang="en-US" dirty="0">
              <a:ea typeface="Calibri"/>
              <a:cs typeface="Calibri"/>
            </a:endParaRPr>
          </a:p>
          <a:p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767536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4E204-4E28-0890-9CC7-FB66FB4A4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Evaluation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F5751-E033-2125-9C02-9D68CD56B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Does NN-</a:t>
            </a:r>
            <a:r>
              <a:rPr lang="en-US" err="1">
                <a:ea typeface="+mn-lt"/>
                <a:cs typeface="+mn-lt"/>
              </a:rPr>
              <a:t>kNN</a:t>
            </a:r>
            <a:r>
              <a:rPr lang="en-US">
                <a:ea typeface="+mn-lt"/>
                <a:cs typeface="+mn-lt"/>
              </a:rPr>
              <a:t> provide accuracy comparable to other models? </a:t>
            </a:r>
          </a:p>
          <a:p>
            <a:r>
              <a:rPr lang="en-US">
                <a:ea typeface="+mn-lt"/>
                <a:cs typeface="+mn-lt"/>
              </a:rPr>
              <a:t>Are the cases activated by NN-</a:t>
            </a:r>
            <a:r>
              <a:rPr lang="en-US" err="1">
                <a:ea typeface="+mn-lt"/>
                <a:cs typeface="+mn-lt"/>
              </a:rPr>
              <a:t>kNN</a:t>
            </a:r>
            <a:r>
              <a:rPr lang="en-US">
                <a:ea typeface="+mn-lt"/>
                <a:cs typeface="+mn-lt"/>
              </a:rPr>
              <a:t> good explanations for the model’s final decision? Potentially, NN-</a:t>
            </a:r>
            <a:r>
              <a:rPr lang="en-US" err="1">
                <a:ea typeface="+mn-lt"/>
                <a:cs typeface="+mn-lt"/>
              </a:rPr>
              <a:t>kNN</a:t>
            </a:r>
            <a:r>
              <a:rPr lang="en-US">
                <a:ea typeface="+mn-lt"/>
                <a:cs typeface="+mn-lt"/>
              </a:rPr>
              <a:t> as a neural network could make correct predictions for the wrong reasons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805615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489CD6-15C2-12D1-05AE-23B60F464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>
                <a:cs typeface="Calibri Light"/>
              </a:rPr>
              <a:t>Evaluation: Simple Classification</a:t>
            </a:r>
            <a:endParaRPr lang="en-US" sz="4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F38D7-0601-861D-DEAE-8AE173ECA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643854"/>
            <a:ext cx="10023648" cy="359510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>
                <a:cs typeface="Calibri"/>
              </a:rPr>
              <a:t>Compared with other </a:t>
            </a:r>
            <a:r>
              <a:rPr lang="en-US" err="1">
                <a:cs typeface="Calibri"/>
              </a:rPr>
              <a:t>kNN</a:t>
            </a:r>
            <a:r>
              <a:rPr lang="en-US">
                <a:cs typeface="Calibri"/>
              </a:rPr>
              <a:t> methods: an older version of NN-</a:t>
            </a:r>
            <a:r>
              <a:rPr lang="en-US" err="1">
                <a:cs typeface="Calibri"/>
              </a:rPr>
              <a:t>kNN</a:t>
            </a:r>
            <a:r>
              <a:rPr lang="en-US">
                <a:cs typeface="Calibri"/>
              </a:rPr>
              <a:t> using either global or local weighting, a vanilla k-NN, </a:t>
            </a:r>
            <a:r>
              <a:rPr lang="en-US">
                <a:ea typeface="+mn-lt"/>
                <a:cs typeface="+mn-lt"/>
              </a:rPr>
              <a:t>Neighborhood Components Analysis (NCA) and Large Margin Nearest Neighbor (LMNN). NCA and LMNN can be considered as state-of-the-art k-NN methods.</a:t>
            </a:r>
          </a:p>
          <a:p>
            <a:r>
              <a:rPr lang="en-US">
                <a:cs typeface="Calibri"/>
              </a:rPr>
              <a:t>Also compared to a neural net of similar complexity.</a:t>
            </a:r>
          </a:p>
          <a:p>
            <a:r>
              <a:rPr lang="en-US">
                <a:ea typeface="Calibri" panose="020F0502020204030204"/>
                <a:cs typeface="Calibri"/>
              </a:rPr>
              <a:t>Parameter settings are in paper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16217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89CD6-15C2-12D1-05AE-23B60F464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 fontScale="90000"/>
          </a:bodyPr>
          <a:lstStyle/>
          <a:p>
            <a:r>
              <a:rPr lang="en-US" sz="4800">
                <a:cs typeface="Calibri Light"/>
              </a:rPr>
              <a:t>Evaluation:</a:t>
            </a:r>
            <a:br>
              <a:rPr lang="en-US" sz="4800">
                <a:ea typeface="Calibri Light"/>
                <a:cs typeface="Calibri Light"/>
              </a:rPr>
            </a:br>
            <a:r>
              <a:rPr lang="en-US" sz="4800">
                <a:cs typeface="Calibri Light"/>
              </a:rPr>
              <a:t>Simple Classification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F38D7-0601-861D-DEAE-8AE173ECA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643854"/>
            <a:ext cx="10023648" cy="359510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>
                <a:ea typeface="Calibri"/>
                <a:cs typeface="Calibri"/>
              </a:rPr>
              <a:t>Data</a:t>
            </a:r>
            <a:r>
              <a:rPr lang="en-US" dirty="0">
                <a:cs typeface="Calibri"/>
              </a:rPr>
              <a:t> sets: Sample small standard tabular data sets, for classification and regression.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cs typeface="Calibri"/>
              </a:rPr>
              <a:t>Two additional generated dataset (zebra patterns shown top right)</a:t>
            </a:r>
            <a:endParaRPr lang="en-US" dirty="0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Calibri"/>
                <a:cs typeface="Calibri"/>
              </a:rPr>
              <a:t>Zebra (a), only feature X is important while Y is irrelevant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Calibri"/>
                <a:cs typeface="Calibri"/>
              </a:rPr>
              <a:t>Zebra (b), X is important when X &lt; 100, and Y is important when X &gt; 100.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Calibri"/>
                <a:cs typeface="Calibri"/>
              </a:rPr>
              <a:t>They test models' ability to learn a local weighting (local landscape).</a:t>
            </a:r>
          </a:p>
        </p:txBody>
      </p:sp>
      <p:pic>
        <p:nvPicPr>
          <p:cNvPr id="4" name="Picture 3" descr="A comparison of a number of datasets&#10;&#10;Description automatically generated">
            <a:extLst>
              <a:ext uri="{FF2B5EF4-FFF2-40B4-BE49-F238E27FC236}">
                <a16:creationId xmlns:a16="http://schemas.microsoft.com/office/drawing/2014/main" id="{B6FD6CC4-48EC-6F0A-39E6-14DF21C56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417" y="-2385"/>
            <a:ext cx="6157880" cy="267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5575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38D44A-40D6-721B-F8BD-0ACBD344F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Results on classification data sets</a:t>
            </a:r>
            <a:r>
              <a:rPr lang="en-US" sz="3200">
                <a:solidFill>
                  <a:schemeClr val="bg1"/>
                </a:solidFill>
              </a:rPr>
              <a:t> for older NN-</a:t>
            </a:r>
            <a:r>
              <a:rPr lang="en-US" sz="3200" err="1">
                <a:solidFill>
                  <a:schemeClr val="bg1"/>
                </a:solidFill>
              </a:rPr>
              <a:t>kNN</a:t>
            </a:r>
            <a:endParaRPr lang="en-US" sz="3200" kern="1200" err="1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 descr="A table of numbers and letters&#10;&#10;Description automatically generated">
            <a:extLst>
              <a:ext uri="{FF2B5EF4-FFF2-40B4-BE49-F238E27FC236}">
                <a16:creationId xmlns:a16="http://schemas.microsoft.com/office/drawing/2014/main" id="{46B68792-6ABF-45AE-CFF6-8C6D4DD74C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3557" y="1390899"/>
            <a:ext cx="9764886" cy="43941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FBB6F9-D663-8C14-BD97-E79A7283D000}"/>
              </a:ext>
            </a:extLst>
          </p:cNvPr>
          <p:cNvSpPr txBox="1"/>
          <p:nvPr/>
        </p:nvSpPr>
        <p:spPr>
          <a:xfrm>
            <a:off x="984483" y="6081564"/>
            <a:ext cx="1077263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Previous results from "Towards network implementation of </a:t>
            </a:r>
            <a:r>
              <a:rPr lang="en-US" err="1">
                <a:ea typeface="Calibri"/>
                <a:cs typeface="Calibri"/>
              </a:rPr>
              <a:t>cbr</a:t>
            </a:r>
            <a:r>
              <a:rPr lang="en-US">
                <a:ea typeface="Calibri"/>
                <a:cs typeface="Calibri"/>
              </a:rPr>
              <a:t>: Case study of a neural network k-</a:t>
            </a:r>
            <a:r>
              <a:rPr lang="en-US" err="1">
                <a:ea typeface="Calibri"/>
                <a:cs typeface="Calibri"/>
              </a:rPr>
              <a:t>nn</a:t>
            </a:r>
            <a:r>
              <a:rPr lang="en-US">
                <a:ea typeface="Calibri"/>
                <a:cs typeface="Calibri"/>
              </a:rPr>
              <a:t> algorithm"</a:t>
            </a:r>
          </a:p>
        </p:txBody>
      </p:sp>
    </p:spTree>
    <p:extLst>
      <p:ext uri="{BB962C8B-B14F-4D97-AF65-F5344CB8AC3E}">
        <p14:creationId xmlns:p14="http://schemas.microsoft.com/office/powerpoint/2010/main" val="4080682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FB4A03-94B6-484E-042E-452F6B7EB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0F7AEC5-2143-6788-3D9E-F2768AC51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FCEC5-570F-40A9-E660-0BB349F3E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Results on classification data sets</a:t>
            </a:r>
            <a:r>
              <a:rPr lang="en-US" sz="3200">
                <a:solidFill>
                  <a:schemeClr val="bg1"/>
                </a:solidFill>
              </a:rPr>
              <a:t> for new NN-</a:t>
            </a:r>
            <a:r>
              <a:rPr lang="en-US" sz="3200" err="1">
                <a:solidFill>
                  <a:schemeClr val="bg1"/>
                </a:solidFill>
              </a:rPr>
              <a:t>kNN</a:t>
            </a:r>
            <a:endParaRPr lang="en-US" sz="3200" kern="1200" err="1">
              <a:solidFill>
                <a:schemeClr val="bg1"/>
              </a:solidFill>
              <a:latin typeface="+mj-lt"/>
              <a:ea typeface="Calibri Light"/>
              <a:cs typeface="Calibri Light"/>
            </a:endParaRPr>
          </a:p>
        </p:txBody>
      </p:sp>
      <p:pic>
        <p:nvPicPr>
          <p:cNvPr id="6" name="Content Placeholder 5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606275D5-E706-5E1F-F1DE-10D83D83EE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7491" y="1680444"/>
            <a:ext cx="7016655" cy="49744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6DCEAF-FC2D-3056-D4B6-FDB836F970F8}"/>
              </a:ext>
            </a:extLst>
          </p:cNvPr>
          <p:cNvSpPr txBox="1"/>
          <p:nvPr/>
        </p:nvSpPr>
        <p:spPr>
          <a:xfrm>
            <a:off x="5340" y="1366190"/>
            <a:ext cx="5131557" cy="5509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3200">
                <a:ea typeface="Calibri"/>
                <a:cs typeface="Calibri"/>
              </a:rPr>
              <a:t>Older NN-</a:t>
            </a:r>
            <a:r>
              <a:rPr lang="en-US" sz="3200" err="1">
                <a:ea typeface="Calibri"/>
                <a:cs typeface="Calibri"/>
              </a:rPr>
              <a:t>kNN</a:t>
            </a:r>
            <a:r>
              <a:rPr lang="en-US" sz="3200">
                <a:ea typeface="Calibri"/>
                <a:cs typeface="Calibri"/>
              </a:rPr>
              <a:t> generally outperform or on par with other models</a:t>
            </a:r>
          </a:p>
          <a:p>
            <a:pPr marL="285750" indent="-285750">
              <a:buFont typeface="Arial"/>
              <a:buChar char="•"/>
            </a:pPr>
            <a:r>
              <a:rPr lang="en-US" sz="3200">
                <a:ea typeface="Calibri"/>
                <a:cs typeface="Calibri"/>
              </a:rPr>
              <a:t>New NN-</a:t>
            </a:r>
            <a:r>
              <a:rPr lang="en-US" sz="3200" err="1">
                <a:ea typeface="Calibri"/>
                <a:cs typeface="Calibri"/>
              </a:rPr>
              <a:t>kNN</a:t>
            </a:r>
            <a:r>
              <a:rPr lang="en-US" sz="3200">
                <a:ea typeface="Calibri"/>
                <a:cs typeface="Calibri"/>
              </a:rPr>
              <a:t> outperforms older NN-</a:t>
            </a:r>
            <a:r>
              <a:rPr lang="en-US" sz="3200" err="1">
                <a:ea typeface="Calibri"/>
                <a:cs typeface="Calibri"/>
              </a:rPr>
              <a:t>kNN</a:t>
            </a:r>
            <a:endParaRPr lang="en-US" sz="32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3200">
                <a:ea typeface="+mn-lt"/>
                <a:cs typeface="+mn-lt"/>
              </a:rPr>
              <a:t>Increasing </a:t>
            </a:r>
            <a:r>
              <a:rPr lang="en-US" sz="3200" i="1">
                <a:ea typeface="+mn-lt"/>
                <a:cs typeface="+mn-lt"/>
              </a:rPr>
              <a:t>w</a:t>
            </a:r>
            <a:r>
              <a:rPr lang="en-US" sz="3200">
                <a:ea typeface="+mn-lt"/>
                <a:cs typeface="+mn-lt"/>
              </a:rPr>
              <a:t> consistently improves the performance.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3200">
                <a:ea typeface="+mn-lt"/>
                <a:cs typeface="+mn-lt"/>
              </a:rPr>
              <a:t>The choice of </a:t>
            </a:r>
            <a:r>
              <a:rPr lang="en-US" sz="3200" i="1">
                <a:ea typeface="+mn-lt"/>
                <a:cs typeface="+mn-lt"/>
              </a:rPr>
              <a:t>k </a:t>
            </a:r>
            <a:r>
              <a:rPr lang="en-US" sz="3200">
                <a:ea typeface="+mn-lt"/>
                <a:cs typeface="+mn-lt"/>
              </a:rPr>
              <a:t>(which influenced </a:t>
            </a:r>
            <a:r>
              <a:rPr lang="en-US" sz="2800" i="1" err="1">
                <a:ea typeface="+mn-lt"/>
                <a:cs typeface="+mn-lt"/>
              </a:rPr>
              <a:t>bias</a:t>
            </a:r>
            <a:r>
              <a:rPr lang="en-US" sz="2000" i="1" err="1">
                <a:ea typeface="+mn-lt"/>
                <a:cs typeface="+mn-lt"/>
              </a:rPr>
              <a:t>c</a:t>
            </a:r>
            <a:r>
              <a:rPr lang="en-US" sz="3200">
                <a:ea typeface="+mn-lt"/>
                <a:cs typeface="+mn-lt"/>
              </a:rPr>
              <a:t>) has a significant impact on performance.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76970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C380A-3749-4113-EC14-5936BEE2D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Evaluation: </a:t>
            </a:r>
            <a:br>
              <a:rPr lang="en-US">
                <a:ea typeface="Calibri Light"/>
                <a:cs typeface="Calibri Light"/>
              </a:rPr>
            </a:br>
            <a:r>
              <a:rPr lang="en-US">
                <a:ea typeface="Calibri Light"/>
                <a:cs typeface="Calibri Light"/>
              </a:rPr>
              <a:t>Image Classification</a:t>
            </a:r>
            <a:endParaRPr lang="en-US"/>
          </a:p>
        </p:txBody>
      </p:sp>
      <p:pic>
        <p:nvPicPr>
          <p:cNvPr id="7" name="Content Placeholder 6" descr="A collage of images of various animals&#10;&#10;AI-generated content may be incorrect.">
            <a:extLst>
              <a:ext uri="{FF2B5EF4-FFF2-40B4-BE49-F238E27FC236}">
                <a16:creationId xmlns:a16="http://schemas.microsoft.com/office/drawing/2014/main" id="{CEB8E905-35D0-BDE2-3E1C-D48ABC5358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12922" y="-5450"/>
            <a:ext cx="4949258" cy="6864800"/>
          </a:xfrm>
          <a:prstGeom prst="rect">
            <a:avLst/>
          </a:prstGeom>
        </p:spPr>
      </p:pic>
      <p:pic>
        <p:nvPicPr>
          <p:cNvPr id="6" name="Picture 5" descr="A screenshot of a table&#10;&#10;AI-generated content may be incorrect.">
            <a:extLst>
              <a:ext uri="{FF2B5EF4-FFF2-40B4-BE49-F238E27FC236}">
                <a16:creationId xmlns:a16="http://schemas.microsoft.com/office/drawing/2014/main" id="{35FD1DBC-0DA9-9E00-689C-480560FC9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68" y="2786987"/>
            <a:ext cx="603885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9335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5BE0E-1CD3-112B-F3EA-75550FD22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Evaluation: Movie Review </a:t>
            </a:r>
            <a:br>
              <a:rPr lang="en-US">
                <a:ea typeface="Calibri Light"/>
                <a:cs typeface="Calibri Light"/>
              </a:rPr>
            </a:br>
            <a:r>
              <a:rPr lang="en-US">
                <a:ea typeface="Calibri Light"/>
                <a:cs typeface="Calibri Light"/>
              </a:rPr>
              <a:t>Sentiment Classification</a:t>
            </a:r>
            <a:endParaRPr lang="en-US"/>
          </a:p>
        </p:txBody>
      </p:sp>
      <p:pic>
        <p:nvPicPr>
          <p:cNvPr id="4" name="Content Placeholder 3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B6EE5812-06F6-34D1-7655-17D6301E69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318" y="1903875"/>
            <a:ext cx="5838825" cy="3057525"/>
          </a:xfrm>
          <a:prstGeom prst="rect">
            <a:avLst/>
          </a:prstGeom>
        </p:spPr>
      </p:pic>
      <p:pic>
        <p:nvPicPr>
          <p:cNvPr id="6" name="Picture 5" descr="A white and black text&#10;&#10;AI-generated content may be incorrect.">
            <a:extLst>
              <a:ext uri="{FF2B5EF4-FFF2-40B4-BE49-F238E27FC236}">
                <a16:creationId xmlns:a16="http://schemas.microsoft.com/office/drawing/2014/main" id="{661FD0C1-41FB-2263-05A3-73459E637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417" y="1903863"/>
            <a:ext cx="6102539" cy="386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2290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8C16B-13C5-46EF-BAFA-64FF364E3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Discussion: The Good. </a:t>
            </a:r>
            <a:br>
              <a:rPr lang="en-US">
                <a:cs typeface="Calibri Light"/>
              </a:rPr>
            </a:br>
            <a:r>
              <a:rPr lang="en-US">
                <a:cs typeface="Calibri Light"/>
              </a:rPr>
              <a:t>NN-</a:t>
            </a:r>
            <a:r>
              <a:rPr lang="en-US" err="1">
                <a:cs typeface="Calibri Light"/>
              </a:rPr>
              <a:t>kNN</a:t>
            </a:r>
            <a:r>
              <a:rPr lang="en-US">
                <a:cs typeface="Calibri Light"/>
              </a:rPr>
              <a:t> is effective and interpretable</a:t>
            </a:r>
            <a:endParaRPr lang="en-US"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8DD96-8FAD-0753-B659-E0A67368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cs typeface="Calibri"/>
              </a:rPr>
              <a:t>NN-</a:t>
            </a:r>
            <a:r>
              <a:rPr lang="en-US" dirty="0" err="1">
                <a:cs typeface="Calibri"/>
              </a:rPr>
              <a:t>kNN</a:t>
            </a:r>
            <a:r>
              <a:rPr lang="en-US" dirty="0">
                <a:cs typeface="Calibri"/>
              </a:rPr>
              <a:t> </a:t>
            </a:r>
            <a:r>
              <a:rPr lang="en-US" dirty="0">
                <a:ea typeface="+mn-lt"/>
                <a:cs typeface="+mn-lt"/>
              </a:rPr>
              <a:t>is inherently a neural network with preset neurons (in the case layer), connections (e.g. one case only activates a corresponding class) and preset-but-tunable parameters (weights and biases).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NN-</a:t>
            </a:r>
            <a:r>
              <a:rPr lang="en-US" dirty="0" err="1">
                <a:ea typeface="+mn-lt"/>
                <a:cs typeface="+mn-lt"/>
              </a:rPr>
              <a:t>kNN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>
                <a:solidFill>
                  <a:srgbClr val="C00000"/>
                </a:solidFill>
                <a:ea typeface="+mn-lt"/>
                <a:cs typeface="+mn-lt"/>
              </a:rPr>
              <a:t>effectively combines general pattern knowledge (weights and bias) and symbolic case knowledge,</a:t>
            </a:r>
            <a:r>
              <a:rPr lang="en-US" dirty="0">
                <a:ea typeface="+mn-lt"/>
                <a:cs typeface="+mn-lt"/>
              </a:rPr>
              <a:t> and scales without sacrificing accuracy.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It allows benefits from both sides. For example: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Can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explain</a:t>
            </a:r>
            <a:r>
              <a:rPr lang="en-US" dirty="0">
                <a:ea typeface="+mn-lt"/>
                <a:cs typeface="+mn-lt"/>
              </a:rPr>
              <a:t> with features and cases.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Allow manual control/debugging with cases/features!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Allow easy incremental learning.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Easily compatible with neural methods (optimization, latent space modeling, regularization techniques)</a:t>
            </a:r>
          </a:p>
          <a:p>
            <a:pPr marL="0" indent="0">
              <a:buNone/>
            </a:pPr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897025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1028A-7862-8151-68D2-F742CCA3A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Discussion: The Interesting I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DEC17-DD15-D37C-6A56-66581654D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For models operating on high-dimensional feature spaces, the luxury of abundant feature dimensions diminishes the utility of </a:t>
            </a:r>
            <a:r>
              <a:rPr lang="en-US" i="1">
                <a:ea typeface="+mn-lt"/>
                <a:cs typeface="+mn-lt"/>
              </a:rPr>
              <a:t>w</a:t>
            </a:r>
            <a:r>
              <a:rPr lang="en-US">
                <a:ea typeface="+mn-lt"/>
                <a:cs typeface="+mn-lt"/>
              </a:rPr>
              <a:t>. In other words: if you have very strong feature extractor, you just need one set of global feature weighting.</a:t>
            </a:r>
          </a:p>
        </p:txBody>
      </p:sp>
    </p:spTree>
    <p:extLst>
      <p:ext uri="{BB962C8B-B14F-4D97-AF65-F5344CB8AC3E}">
        <p14:creationId xmlns:p14="http://schemas.microsoft.com/office/powerpoint/2010/main" val="32495269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8CED-0343-0D26-772D-068C60DF0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Discussion: The Interesting II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02CB9-6999-76AE-1172-C011D03C0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NN-</a:t>
            </a:r>
            <a:r>
              <a:rPr lang="en-US" err="1">
                <a:ea typeface="Calibri"/>
                <a:cs typeface="Calibri"/>
              </a:rPr>
              <a:t>kNN</a:t>
            </a:r>
            <a:r>
              <a:rPr lang="en-US">
                <a:ea typeface="Calibri"/>
                <a:cs typeface="Calibri"/>
              </a:rPr>
              <a:t> carries a risk of overfitting when paired with a pre-trained feature extractor, often underperforming compared to a vanilla k-NN using the same extractor.</a:t>
            </a:r>
          </a:p>
          <a:p>
            <a:r>
              <a:rPr lang="en-US">
                <a:ea typeface="+mn-lt"/>
                <a:cs typeface="+mn-lt"/>
              </a:rPr>
              <a:t>Because pre-trained extractors are not optimized for instance-based reasoning</a:t>
            </a:r>
          </a:p>
          <a:p>
            <a:r>
              <a:rPr lang="en-US">
                <a:ea typeface="+mn-lt"/>
                <a:cs typeface="+mn-lt"/>
              </a:rPr>
              <a:t>Notably, this risk is mitigated when the feature extractor is trained jointly with NN-</a:t>
            </a:r>
            <a:r>
              <a:rPr lang="en-US" err="1">
                <a:ea typeface="+mn-lt"/>
                <a:cs typeface="+mn-lt"/>
              </a:rPr>
              <a:t>kNN</a:t>
            </a:r>
            <a:r>
              <a:rPr lang="en-US">
                <a:ea typeface="+mn-lt"/>
                <a:cs typeface="+mn-lt"/>
              </a:rPr>
              <a:t> from scratch, ensuring better alignment with instance-based reasoning objectives.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78176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03716-DAE9-A1CC-7C6F-BCAF48AEF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Discussion: The Bad 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4D454-E1C7-9057-B699-6AC94ADC0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It inherits downside from both NN and </a:t>
            </a:r>
            <a:r>
              <a:rPr lang="en-US" err="1">
                <a:ea typeface="Calibri"/>
                <a:cs typeface="Calibri"/>
              </a:rPr>
              <a:t>kNN</a:t>
            </a:r>
            <a:r>
              <a:rPr lang="en-US">
                <a:ea typeface="Calibri"/>
                <a:cs typeface="Calibri"/>
              </a:rPr>
              <a:t>.</a:t>
            </a:r>
          </a:p>
          <a:p>
            <a:r>
              <a:rPr lang="en-US">
                <a:ea typeface="Calibri"/>
                <a:cs typeface="Calibri"/>
              </a:rPr>
              <a:t>(Meta-)Parameters needs some fine tuning.</a:t>
            </a:r>
          </a:p>
          <a:p>
            <a:r>
              <a:rPr lang="en-US">
                <a:ea typeface="Calibri"/>
                <a:cs typeface="Calibri"/>
              </a:rPr>
              <a:t>Cases are interpretable, but the neural part is not. If using too strong a feature extractor, we black-box (part of) the white box again. </a:t>
            </a:r>
          </a:p>
          <a:p>
            <a:r>
              <a:rPr lang="en-US">
                <a:ea typeface="Calibri"/>
                <a:cs typeface="Calibri"/>
              </a:rPr>
              <a:t>These issues are not fundamental, and solvable using techniques from both sides.</a:t>
            </a:r>
          </a:p>
        </p:txBody>
      </p:sp>
    </p:spTree>
    <p:extLst>
      <p:ext uri="{BB962C8B-B14F-4D97-AF65-F5344CB8AC3E}">
        <p14:creationId xmlns:p14="http://schemas.microsoft.com/office/powerpoint/2010/main" val="31770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FB320-EE11-9A72-0720-75E9D3BFB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Take-aways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52D44-3612-CED1-843B-2DB9E4445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NN-</a:t>
            </a:r>
            <a:r>
              <a:rPr lang="en-US" dirty="0" err="1">
                <a:ea typeface="Calibri"/>
                <a:cs typeface="Calibri"/>
              </a:rPr>
              <a:t>kNN</a:t>
            </a:r>
            <a:r>
              <a:rPr lang="en-US" dirty="0">
                <a:ea typeface="Calibri"/>
                <a:cs typeface="Calibri"/>
              </a:rPr>
              <a:t> combines NN and </a:t>
            </a:r>
            <a:r>
              <a:rPr lang="en-US" dirty="0" err="1">
                <a:ea typeface="Calibri"/>
                <a:cs typeface="Calibri"/>
              </a:rPr>
              <a:t>kNN</a:t>
            </a:r>
            <a:r>
              <a:rPr lang="en-US" dirty="0">
                <a:ea typeface="Calibri"/>
                <a:cs typeface="Calibri"/>
              </a:rPr>
              <a:t>. </a:t>
            </a:r>
          </a:p>
          <a:p>
            <a:r>
              <a:rPr lang="en-US" dirty="0">
                <a:ea typeface="Calibri"/>
                <a:cs typeface="Calibri"/>
              </a:rPr>
              <a:t>Inherits pros (and cons) of both sides.</a:t>
            </a:r>
          </a:p>
          <a:p>
            <a:r>
              <a:rPr lang="en-US" dirty="0">
                <a:ea typeface="Calibri"/>
                <a:cs typeface="Calibri"/>
              </a:rPr>
              <a:t>Cases make models interpretable, and equally accurate (if not more).</a:t>
            </a:r>
          </a:p>
          <a:p>
            <a:r>
              <a:rPr lang="en-US" dirty="0">
                <a:ea typeface="+mn-lt"/>
                <a:cs typeface="+mn-lt"/>
              </a:rPr>
              <a:t>NN-</a:t>
            </a:r>
            <a:r>
              <a:rPr lang="en-US" dirty="0" err="1">
                <a:ea typeface="+mn-lt"/>
                <a:cs typeface="+mn-lt"/>
              </a:rPr>
              <a:t>kNN</a:t>
            </a:r>
            <a:r>
              <a:rPr lang="en-US" dirty="0">
                <a:ea typeface="+mn-lt"/>
                <a:cs typeface="+mn-lt"/>
              </a:rPr>
              <a:t> illustrates new opportunities for network case-based reasoning.</a:t>
            </a:r>
          </a:p>
          <a:p>
            <a:r>
              <a:rPr lang="en-US" dirty="0">
                <a:ea typeface="+mn-lt"/>
                <a:cs typeface="+mn-lt"/>
              </a:rPr>
              <a:t>Symbolic and Neural, at the same time. (more than just Symbolic + Neural) </a:t>
            </a:r>
          </a:p>
          <a:p>
            <a:r>
              <a:rPr lang="en-US" dirty="0">
                <a:ea typeface="+mn-lt"/>
                <a:cs typeface="+mn-lt"/>
              </a:rPr>
              <a:t>One future direction is NN-</a:t>
            </a:r>
            <a:r>
              <a:rPr lang="en-US" dirty="0" err="1">
                <a:ea typeface="+mn-lt"/>
                <a:cs typeface="+mn-lt"/>
              </a:rPr>
              <a:t>kNN</a:t>
            </a:r>
            <a:r>
              <a:rPr lang="en-US" dirty="0">
                <a:ea typeface="+mn-lt"/>
                <a:cs typeface="+mn-lt"/>
              </a:rPr>
              <a:t> style RAG. </a:t>
            </a:r>
          </a:p>
        </p:txBody>
      </p:sp>
    </p:spTree>
    <p:extLst>
      <p:ext uri="{BB962C8B-B14F-4D97-AF65-F5344CB8AC3E}">
        <p14:creationId xmlns:p14="http://schemas.microsoft.com/office/powerpoint/2010/main" val="41949940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FCA39-BCAA-02A8-0DD1-7582E5754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 fontScale="90000"/>
          </a:bodyPr>
          <a:lstStyle/>
          <a:p>
            <a:r>
              <a:rPr lang="en-US" sz="4000">
                <a:cs typeface="Calibri Light"/>
              </a:rPr>
              <a:t>My Email (xye@berry.edu)</a:t>
            </a:r>
            <a:br>
              <a:rPr lang="en-US" sz="4000">
                <a:cs typeface="Calibri Light"/>
              </a:rPr>
            </a:br>
            <a:r>
              <a:rPr lang="en-US" sz="4000">
                <a:cs typeface="Calibri Light"/>
              </a:rPr>
              <a:t>and the Paper</a:t>
            </a:r>
            <a:endParaRPr lang="en-US" sz="4000">
              <a:ea typeface="Calibri Light"/>
              <a:cs typeface="Calibri Light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34691DB1-D732-7310-4CE6-5AE1394AC1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7650" y="2357719"/>
            <a:ext cx="3076704" cy="397958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qr code with a black background&#10;&#10;AI-generated content may be incorrect.">
            <a:extLst>
              <a:ext uri="{FF2B5EF4-FFF2-40B4-BE49-F238E27FC236}">
                <a16:creationId xmlns:a16="http://schemas.microsoft.com/office/drawing/2014/main" id="{5DED1F7B-8920-5139-2C4B-2A2787C702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62" r="4" b="4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679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37</Slides>
  <Notes>0</Notes>
  <HiddenSlides>10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Run Like a Neural Network,  Explain Like k-Nearest Neighbor</vt:lpstr>
      <vt:lpstr>In Brief</vt:lpstr>
      <vt:lpstr>Overview</vt:lpstr>
      <vt:lpstr>Why?</vt:lpstr>
      <vt:lpstr>Why?</vt:lpstr>
      <vt:lpstr>Why NN-kNN?  A. Advantages over traditional k-NN</vt:lpstr>
      <vt:lpstr>Why NN-kNN? B. Advantage over NNs for Interpretability</vt:lpstr>
      <vt:lpstr>How?</vt:lpstr>
      <vt:lpstr>Neural Network Based K-Nearest Neighbor</vt:lpstr>
      <vt:lpstr>1. Sampling cases to compare. We use equal number of cases from each class</vt:lpstr>
      <vt:lpstr>2. Extract Features. ResNet, Doc2Vec, Transformers, surface features, CNN, Bi-LSTM...</vt:lpstr>
      <vt:lpstr>3. Calculate Feature Distance. Euclidean distance, cosine distance. </vt:lpstr>
      <vt:lpstr>4. Weight each feature distance</vt:lpstr>
      <vt:lpstr>Why do we weight features?</vt:lpstr>
      <vt:lpstr>Global-Local (Glocal) Feature Weighting</vt:lpstr>
      <vt:lpstr>Example for Global-Local Feature Weighting</vt:lpstr>
      <vt:lpstr>4. Weight each feature distance</vt:lpstr>
      <vt:lpstr>5. Calculate case activation based on distance</vt:lpstr>
      <vt:lpstr>Case activation function</vt:lpstr>
      <vt:lpstr>6. Activate the corresponding classes</vt:lpstr>
      <vt:lpstr>Intuitive Explanation </vt:lpstr>
      <vt:lpstr>Summary of NN-kNN</vt:lpstr>
      <vt:lpstr>PowerPoint Presentation</vt:lpstr>
      <vt:lpstr>Benefits of NN-kNN</vt:lpstr>
      <vt:lpstr>Evaluation</vt:lpstr>
      <vt:lpstr>Evaluation: Simple Classification</vt:lpstr>
      <vt:lpstr>Evaluation: Simple Classification</vt:lpstr>
      <vt:lpstr>Results on classification data sets for older NN-kNN</vt:lpstr>
      <vt:lpstr>Results on classification data sets for new NN-kNN</vt:lpstr>
      <vt:lpstr>Evaluation:  Image Classification</vt:lpstr>
      <vt:lpstr>Evaluation: Movie Review  Sentiment Classification</vt:lpstr>
      <vt:lpstr>Discussion: The Good.  NN-kNN is effective and interpretable</vt:lpstr>
      <vt:lpstr>Discussion: The Interesting I</vt:lpstr>
      <vt:lpstr>Discussion: The Interesting II</vt:lpstr>
      <vt:lpstr>Discussion: The Bad </vt:lpstr>
      <vt:lpstr>Take-aways</vt:lpstr>
      <vt:lpstr>My Email (xye@berry.edu) and the Paper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66</cp:revision>
  <dcterms:created xsi:type="dcterms:W3CDTF">2013-07-15T20:26:40Z</dcterms:created>
  <dcterms:modified xsi:type="dcterms:W3CDTF">2025-08-19T18:27:09Z</dcterms:modified>
</cp:coreProperties>
</file>