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2_9A6ABE7A.xml" ContentType="application/vnd.ms-powerpoint.comments+xml"/>
  <Override PartName="/ppt/comments/modernComment_104_2B377B10.xml" ContentType="application/vnd.ms-powerpoint.comments+xml"/>
  <Override PartName="/ppt/comments/modernComment_123_494B97B6.xml" ContentType="application/vnd.ms-powerpoint.comments+xml"/>
  <Override PartName="/ppt/notesSlides/notesSlide1.xml" ContentType="application/vnd.openxmlformats-officedocument.presentationml.notesSlide+xml"/>
  <Override PartName="/ppt/comments/modernComment_103_85080AC7.xml" ContentType="application/vnd.ms-powerpoint.comments+xml"/>
  <Override PartName="/ppt/comments/modernComment_10D_66ABFAC1.xml" ContentType="application/vnd.ms-powerpoint.comments+xml"/>
  <Override PartName="/ppt/comments/modernComment_10E_A1B1955.xml" ContentType="application/vnd.ms-powerpoint.comments+xml"/>
  <Override PartName="/ppt/comments/modernComment_10A_39329E23.xml" ContentType="application/vnd.ms-powerpoint.comments+xml"/>
  <Override PartName="/ppt/comments/modernComment_112_A81E3980.xml" ContentType="application/vnd.ms-powerpoint.comments+xml"/>
  <Override PartName="/ppt/comments/modernComment_115_4E9DB724.xml" ContentType="application/vnd.ms-powerpoint.comments+xml"/>
  <Override PartName="/ppt/comments/modernComment_113_9782095B.xml" ContentType="application/vnd.ms-powerpoint.comments+xml"/>
  <Override PartName="/ppt/comments/modernComment_116_664AAF36.xml" ContentType="application/vnd.ms-powerpoint.comments+xml"/>
  <Override PartName="/ppt/comments/modernComment_118_611B0B34.xml" ContentType="application/vnd.ms-powerpoint.comments+xml"/>
  <Override PartName="/ppt/comments/modernComment_11C_4BD3A780.xml" ContentType="application/vnd.ms-powerpoint.comments+xml"/>
  <Override PartName="/ppt/comments/modernComment_11E_F9B9C9A8.xml" ContentType="application/vnd.ms-powerpoint.comments+xml"/>
  <Override PartName="/ppt/comments/modernComment_11F_4374D2D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57" r:id="rId3"/>
    <p:sldId id="282" r:id="rId4"/>
    <p:sldId id="258" r:id="rId5"/>
    <p:sldId id="260" r:id="rId6"/>
    <p:sldId id="261" r:id="rId7"/>
    <p:sldId id="262" r:id="rId8"/>
    <p:sldId id="291" r:id="rId9"/>
    <p:sldId id="297" r:id="rId10"/>
    <p:sldId id="296" r:id="rId11"/>
    <p:sldId id="263" r:id="rId12"/>
    <p:sldId id="259" r:id="rId13"/>
    <p:sldId id="264" r:id="rId14"/>
    <p:sldId id="265" r:id="rId15"/>
    <p:sldId id="269" r:id="rId16"/>
    <p:sldId id="270" r:id="rId17"/>
    <p:sldId id="271" r:id="rId18"/>
    <p:sldId id="272" r:id="rId19"/>
    <p:sldId id="266" r:id="rId20"/>
    <p:sldId id="267" r:id="rId21"/>
    <p:sldId id="273" r:id="rId22"/>
    <p:sldId id="274" r:id="rId23"/>
    <p:sldId id="277" r:id="rId24"/>
    <p:sldId id="275" r:id="rId25"/>
    <p:sldId id="276" r:id="rId26"/>
    <p:sldId id="279" r:id="rId27"/>
    <p:sldId id="278" r:id="rId28"/>
    <p:sldId id="280" r:id="rId29"/>
    <p:sldId id="281" r:id="rId30"/>
    <p:sldId id="292" r:id="rId31"/>
    <p:sldId id="284" r:id="rId32"/>
    <p:sldId id="293" r:id="rId33"/>
    <p:sldId id="283" r:id="rId34"/>
    <p:sldId id="285" r:id="rId35"/>
    <p:sldId id="286" r:id="rId36"/>
    <p:sldId id="294" r:id="rId37"/>
    <p:sldId id="287" r:id="rId38"/>
    <p:sldId id="288" r:id="rId39"/>
    <p:sldId id="295" r:id="rId40"/>
    <p:sldId id="289" r:id="rId41"/>
    <p:sldId id="29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42114D-C3D1-4343-8595-51C660C8C236}" name="leake@indiana.edu" initials="le" userId="S::urn:spo:guest#leake@indiana.edu::" providerId="AD"/>
  <p188:author id="{D7DDA2D3-132B-E629-30EC-91EB14D8FD5E}" name="Ye, Xiaomeng" initials="YX" userId="S::xye@berry.edu::e9dfea23-315e-4458-a3dd-dbb675ea709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5BF41-8E81-B3BB-97FF-ABB5F55FB8C6}" v="70" dt="2024-06-30T21:15:15.528"/>
    <p1510:client id="{16A8D70F-3631-5667-DE3D-EC5CA608232E}" v="239" dt="2024-06-29T23:07:52.201"/>
    <p1510:client id="{4EB28056-9C2E-7680-1242-F72408EA1FF5}" v="100" dt="2024-06-30T21:02:44.299"/>
    <p1510:client id="{6ABED852-0965-FFBF-1E70-77265C92586F}" v="143" dt="2024-07-01T17:33:43.233"/>
    <p1510:client id="{CADD77DC-930C-4B91-7E38-682780FB1866}" v="100" dt="2024-06-29T21:55:45.9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ake@indiana.edu" userId="S::urn:spo:guest#leake@indiana.edu::" providerId="AD" clId="Web-{7E761D96-9247-BD94-696C-1BDF61FEEAB5}"/>
    <pc:docChg chg="modSld">
      <pc:chgData name="leake@indiana.edu" userId="S::urn:spo:guest#leake@indiana.edu::" providerId="AD" clId="Web-{7E761D96-9247-BD94-696C-1BDF61FEEAB5}" dt="2024-06-15T02:49:26.091" v="111" actId="20577"/>
      <pc:docMkLst>
        <pc:docMk/>
      </pc:docMkLst>
      <pc:sldChg chg="modSp">
        <pc:chgData name="leake@indiana.edu" userId="S::urn:spo:guest#leake@indiana.edu::" providerId="AD" clId="Web-{7E761D96-9247-BD94-696C-1BDF61FEEAB5}" dt="2024-06-15T02:26:19.462" v="6" actId="20577"/>
        <pc:sldMkLst>
          <pc:docMk/>
          <pc:sldMk cId="2635668199" sldId="273"/>
        </pc:sldMkLst>
        <pc:spChg chg="mod">
          <ac:chgData name="leake@indiana.edu" userId="S::urn:spo:guest#leake@indiana.edu::" providerId="AD" clId="Web-{7E761D96-9247-BD94-696C-1BDF61FEEAB5}" dt="2024-06-15T02:26:19.462" v="6" actId="20577"/>
          <ac:spMkLst>
            <pc:docMk/>
            <pc:sldMk cId="2635668199" sldId="273"/>
            <ac:spMk id="2" creationId="{7AD303C7-9EDE-D859-5CA7-BF786516E74D}"/>
          </ac:spMkLst>
        </pc:spChg>
      </pc:sldChg>
      <pc:sldChg chg="modSp addCm">
        <pc:chgData name="leake@indiana.edu" userId="S::urn:spo:guest#leake@indiana.edu::" providerId="AD" clId="Web-{7E761D96-9247-BD94-696C-1BDF61FEEAB5}" dt="2024-06-15T02:30:53.643" v="36"/>
        <pc:sldMkLst>
          <pc:docMk/>
          <pc:sldMk cId="2820553088" sldId="274"/>
        </pc:sldMkLst>
        <pc:spChg chg="mod">
          <ac:chgData name="leake@indiana.edu" userId="S::urn:spo:guest#leake@indiana.edu::" providerId="AD" clId="Web-{7E761D96-9247-BD94-696C-1BDF61FEEAB5}" dt="2024-06-15T02:27:04.651" v="14" actId="20577"/>
          <ac:spMkLst>
            <pc:docMk/>
            <pc:sldMk cId="2820553088" sldId="274"/>
            <ac:spMk id="2" creationId="{8E309E2A-C676-49D3-EE9E-279067D522DE}"/>
          </ac:spMkLst>
        </pc:spChg>
        <pc:spChg chg="mod">
          <ac:chgData name="leake@indiana.edu" userId="S::urn:spo:guest#leake@indiana.edu::" providerId="AD" clId="Web-{7E761D96-9247-BD94-696C-1BDF61FEEAB5}" dt="2024-06-15T02:28:48.873" v="35" actId="20577"/>
          <ac:spMkLst>
            <pc:docMk/>
            <pc:sldMk cId="2820553088" sldId="274"/>
            <ac:spMk id="3" creationId="{E1B1F757-1663-8EF0-5103-30EE1C05A579}"/>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30:53.643" v="36"/>
              <pc2:cmMkLst xmlns:pc2="http://schemas.microsoft.com/office/powerpoint/2019/9/main/command">
                <pc:docMk/>
                <pc:sldMk cId="2820553088" sldId="274"/>
                <pc2:cmMk id="{20E46EA4-AD5D-49D6-ABA1-BAB7599F9F62}"/>
              </pc2:cmMkLst>
            </pc226:cmChg>
          </p:ext>
        </pc:extLst>
      </pc:sldChg>
      <pc:sldChg chg="modSp addCm">
        <pc:chgData name="leake@indiana.edu" userId="S::urn:spo:guest#leake@indiana.edu::" providerId="AD" clId="Web-{7E761D96-9247-BD94-696C-1BDF61FEEAB5}" dt="2024-06-15T02:34:55.012" v="52"/>
        <pc:sldMkLst>
          <pc:docMk/>
          <pc:sldMk cId="1318958884" sldId="277"/>
        </pc:sldMkLst>
        <pc:spChg chg="mod">
          <ac:chgData name="leake@indiana.edu" userId="S::urn:spo:guest#leake@indiana.edu::" providerId="AD" clId="Web-{7E761D96-9247-BD94-696C-1BDF61FEEAB5}" dt="2024-06-15T02:32:46.648" v="51" actId="20577"/>
          <ac:spMkLst>
            <pc:docMk/>
            <pc:sldMk cId="1318958884" sldId="277"/>
            <ac:spMk id="3" creationId="{A6CBBF7C-0D01-AA6B-FF12-DF969E8ABBF3}"/>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34:55.012" v="52"/>
              <pc2:cmMkLst xmlns:pc2="http://schemas.microsoft.com/office/powerpoint/2019/9/main/command">
                <pc:docMk/>
                <pc:sldMk cId="1318958884" sldId="277"/>
                <pc2:cmMk id="{9ABBDAA9-30DD-49FE-9E51-981AC49D93BE}"/>
              </pc2:cmMkLst>
            </pc226:cmChg>
          </p:ext>
        </pc:extLst>
      </pc:sldChg>
      <pc:sldChg chg="addCm">
        <pc:chgData name="leake@indiana.edu" userId="S::urn:spo:guest#leake@indiana.edu::" providerId="AD" clId="Web-{7E761D96-9247-BD94-696C-1BDF61FEEAB5}" dt="2024-06-15T02:38:24.988" v="53"/>
        <pc:sldMkLst>
          <pc:docMk/>
          <pc:sldMk cId="1716170550" sldId="278"/>
        </pc:sldMkLst>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38:24.988" v="53"/>
              <pc2:cmMkLst xmlns:pc2="http://schemas.microsoft.com/office/powerpoint/2019/9/main/command">
                <pc:docMk/>
                <pc:sldMk cId="1716170550" sldId="278"/>
                <pc2:cmMk id="{8971329C-9F99-416D-B6EB-3DCF01427655}"/>
              </pc2:cmMkLst>
            </pc226:cmChg>
          </p:ext>
        </pc:extLst>
      </pc:sldChg>
      <pc:sldChg chg="modSp addCm">
        <pc:chgData name="leake@indiana.edu" userId="S::urn:spo:guest#leake@indiana.edu::" providerId="AD" clId="Web-{7E761D96-9247-BD94-696C-1BDF61FEEAB5}" dt="2024-06-15T02:42:57.390" v="65" actId="20577"/>
        <pc:sldMkLst>
          <pc:docMk/>
          <pc:sldMk cId="1629162292" sldId="280"/>
        </pc:sldMkLst>
        <pc:spChg chg="mod">
          <ac:chgData name="leake@indiana.edu" userId="S::urn:spo:guest#leake@indiana.edu::" providerId="AD" clId="Web-{7E761D96-9247-BD94-696C-1BDF61FEEAB5}" dt="2024-06-15T02:42:57.390" v="65" actId="20577"/>
          <ac:spMkLst>
            <pc:docMk/>
            <pc:sldMk cId="1629162292" sldId="280"/>
            <ac:spMk id="3" creationId="{2B8BFA15-5D0A-4F09-2F9C-7678D7856C7C}"/>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42:47.499" v="64"/>
              <pc2:cmMkLst xmlns:pc2="http://schemas.microsoft.com/office/powerpoint/2019/9/main/command">
                <pc:docMk/>
                <pc:sldMk cId="1629162292" sldId="280"/>
                <pc2:cmMk id="{56550DE3-04DC-49F0-8DE6-480E4D9A29F9}"/>
              </pc2:cmMkLst>
            </pc226:cmChg>
          </p:ext>
        </pc:extLst>
      </pc:sldChg>
      <pc:sldChg chg="modSp addCm">
        <pc:chgData name="leake@indiana.edu" userId="S::urn:spo:guest#leake@indiana.edu::" providerId="AD" clId="Web-{7E761D96-9247-BD94-696C-1BDF61FEEAB5}" dt="2024-06-15T02:45:17.067" v="77" actId="20577"/>
        <pc:sldMkLst>
          <pc:docMk/>
          <pc:sldMk cId="1272162176" sldId="284"/>
        </pc:sldMkLst>
        <pc:spChg chg="mod">
          <ac:chgData name="leake@indiana.edu" userId="S::urn:spo:guest#leake@indiana.edu::" providerId="AD" clId="Web-{7E761D96-9247-BD94-696C-1BDF61FEEAB5}" dt="2024-06-15T02:45:17.067" v="77" actId="20577"/>
          <ac:spMkLst>
            <pc:docMk/>
            <pc:sldMk cId="1272162176" sldId="284"/>
            <ac:spMk id="3" creationId="{72BF38D7-0601-861D-DEAE-8AE173ECAD26}"/>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45:13.489" v="76"/>
              <pc2:cmMkLst xmlns:pc2="http://schemas.microsoft.com/office/powerpoint/2019/9/main/command">
                <pc:docMk/>
                <pc:sldMk cId="1272162176" sldId="284"/>
                <pc2:cmMk id="{896213D1-8CC9-4297-ACE1-CB807FE76F1D}"/>
              </pc2:cmMkLst>
            </pc226:cmChg>
          </p:ext>
        </pc:extLst>
      </pc:sldChg>
      <pc:sldChg chg="modSp addCm">
        <pc:chgData name="leake@indiana.edu" userId="S::urn:spo:guest#leake@indiana.edu::" providerId="AD" clId="Web-{7E761D96-9247-BD94-696C-1BDF61FEEAB5}" dt="2024-06-15T02:49:01.653" v="110"/>
        <pc:sldMkLst>
          <pc:docMk/>
          <pc:sldMk cId="4189702568" sldId="286"/>
        </pc:sldMkLst>
        <pc:spChg chg="mod">
          <ac:chgData name="leake@indiana.edu" userId="S::urn:spo:guest#leake@indiana.edu::" providerId="AD" clId="Web-{7E761D96-9247-BD94-696C-1BDF61FEEAB5}" dt="2024-06-15T02:48:18.292" v="109" actId="20577"/>
          <ac:spMkLst>
            <pc:docMk/>
            <pc:sldMk cId="4189702568" sldId="286"/>
            <ac:spMk id="3" creationId="{CA48DD96-8FAD-0753-B659-E0A67368D194}"/>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7E761D96-9247-BD94-696C-1BDF61FEEAB5}" dt="2024-06-15T02:49:01.653" v="110"/>
              <pc2:cmMkLst xmlns:pc2="http://schemas.microsoft.com/office/powerpoint/2019/9/main/command">
                <pc:docMk/>
                <pc:sldMk cId="4189702568" sldId="286"/>
                <pc2:cmMk id="{84E055F7-913E-4FF0-87D9-2908B6FB9C9B}"/>
              </pc2:cmMkLst>
            </pc226:cmChg>
          </p:ext>
        </pc:extLst>
      </pc:sldChg>
      <pc:sldChg chg="modSp">
        <pc:chgData name="leake@indiana.edu" userId="S::urn:spo:guest#leake@indiana.edu::" providerId="AD" clId="Web-{7E761D96-9247-BD94-696C-1BDF61FEEAB5}" dt="2024-06-15T02:49:26.091" v="111" actId="20577"/>
        <pc:sldMkLst>
          <pc:docMk/>
          <pc:sldMk cId="1131729627" sldId="287"/>
        </pc:sldMkLst>
        <pc:spChg chg="mod">
          <ac:chgData name="leake@indiana.edu" userId="S::urn:spo:guest#leake@indiana.edu::" providerId="AD" clId="Web-{7E761D96-9247-BD94-696C-1BDF61FEEAB5}" dt="2024-06-15T02:49:26.091" v="111" actId="20577"/>
          <ac:spMkLst>
            <pc:docMk/>
            <pc:sldMk cId="1131729627" sldId="287"/>
            <ac:spMk id="3" creationId="{31459710-AE46-48A4-E1A3-0176505BAAB0}"/>
          </ac:spMkLst>
        </pc:spChg>
      </pc:sldChg>
    </pc:docChg>
  </pc:docChgLst>
  <pc:docChgLst>
    <pc:chgData name="leake@indiana.edu" userId="S::urn:spo:guest#leake@indiana.edu::" providerId="AD" clId="Web-{4EB28056-9C2E-7680-1242-F72408EA1FF5}"/>
    <pc:docChg chg="addSld modSld">
      <pc:chgData name="leake@indiana.edu" userId="S::urn:spo:guest#leake@indiana.edu::" providerId="AD" clId="Web-{4EB28056-9C2E-7680-1242-F72408EA1FF5}" dt="2024-06-30T21:02:44.299" v="108" actId="20577"/>
      <pc:docMkLst>
        <pc:docMk/>
      </pc:docMkLst>
      <pc:sldChg chg="mod modShow">
        <pc:chgData name="leake@indiana.edu" userId="S::urn:spo:guest#leake@indiana.edu::" providerId="AD" clId="Web-{4EB28056-9C2E-7680-1242-F72408EA1FF5}" dt="2024-06-30T20:47:37.346" v="0"/>
        <pc:sldMkLst>
          <pc:docMk/>
          <pc:sldMk cId="1229690806" sldId="291"/>
        </pc:sldMkLst>
      </pc:sldChg>
      <pc:sldChg chg="modSp add mod replId modShow">
        <pc:chgData name="leake@indiana.edu" userId="S::urn:spo:guest#leake@indiana.edu::" providerId="AD" clId="Web-{4EB28056-9C2E-7680-1242-F72408EA1FF5}" dt="2024-06-30T21:02:44.299" v="108" actId="20577"/>
        <pc:sldMkLst>
          <pc:docMk/>
          <pc:sldMk cId="4243348653" sldId="296"/>
        </pc:sldMkLst>
        <pc:spChg chg="mod">
          <ac:chgData name="leake@indiana.edu" userId="S::urn:spo:guest#leake@indiana.edu::" providerId="AD" clId="Web-{4EB28056-9C2E-7680-1242-F72408EA1FF5}" dt="2024-06-30T21:02:44.299" v="108" actId="20577"/>
          <ac:spMkLst>
            <pc:docMk/>
            <pc:sldMk cId="4243348653" sldId="296"/>
            <ac:spMk id="3" creationId="{E76D1ACD-812E-23E7-3E16-803D7FEA2D40}"/>
          </ac:spMkLst>
        </pc:spChg>
      </pc:sldChg>
    </pc:docChg>
  </pc:docChgLst>
  <pc:docChgLst>
    <pc:chgData name="leake@indiana.edu" userId="S::urn:spo:guest#leake@indiana.edu::" providerId="AD" clId="Web-{283FC556-8488-9EDB-47A3-7C990627BE21}"/>
    <pc:docChg chg="modSld">
      <pc:chgData name="leake@indiana.edu" userId="S::urn:spo:guest#leake@indiana.edu::" providerId="AD" clId="Web-{283FC556-8488-9EDB-47A3-7C990627BE21}" dt="2024-06-25T02:42:17.899" v="383" actId="20577"/>
      <pc:docMkLst>
        <pc:docMk/>
      </pc:docMkLst>
      <pc:sldChg chg="modSp">
        <pc:chgData name="leake@indiana.edu" userId="S::urn:spo:guest#leake@indiana.edu::" providerId="AD" clId="Web-{283FC556-8488-9EDB-47A3-7C990627BE21}" dt="2024-06-25T01:23:26.066" v="1"/>
        <pc:sldMkLst>
          <pc:docMk/>
          <pc:sldMk cId="4198021123" sldId="256"/>
        </pc:sldMkLst>
        <pc:picChg chg="mod modCrop">
          <ac:chgData name="leake@indiana.edu" userId="S::urn:spo:guest#leake@indiana.edu::" providerId="AD" clId="Web-{283FC556-8488-9EDB-47A3-7C990627BE21}" dt="2024-06-25T01:23:26.066" v="1"/>
          <ac:picMkLst>
            <pc:docMk/>
            <pc:sldMk cId="4198021123" sldId="256"/>
            <ac:picMk id="6" creationId="{B341A4DA-4A37-19D6-682F-410DF514AE3E}"/>
          </ac:picMkLst>
        </pc:picChg>
      </pc:sldChg>
      <pc:sldChg chg="addSp modSp">
        <pc:chgData name="leake@indiana.edu" userId="S::urn:spo:guest#leake@indiana.edu::" providerId="AD" clId="Web-{283FC556-8488-9EDB-47A3-7C990627BE21}" dt="2024-06-25T01:35:45.004" v="9" actId="14100"/>
        <pc:sldMkLst>
          <pc:docMk/>
          <pc:sldMk cId="1764297785" sldId="257"/>
        </pc:sldMkLst>
        <pc:spChg chg="mod">
          <ac:chgData name="leake@indiana.edu" userId="S::urn:spo:guest#leake@indiana.edu::" providerId="AD" clId="Web-{283FC556-8488-9EDB-47A3-7C990627BE21}" dt="2024-06-25T01:35:45.004" v="9" actId="14100"/>
          <ac:spMkLst>
            <pc:docMk/>
            <pc:sldMk cId="1764297785" sldId="257"/>
            <ac:spMk id="3" creationId="{E43479D2-6FC0-3B58-708F-DC2A9E85AEC7}"/>
          </ac:spMkLst>
        </pc:spChg>
        <pc:picChg chg="add mod">
          <ac:chgData name="leake@indiana.edu" userId="S::urn:spo:guest#leake@indiana.edu::" providerId="AD" clId="Web-{283FC556-8488-9EDB-47A3-7C990627BE21}" dt="2024-06-25T01:35:34.567" v="8" actId="1076"/>
          <ac:picMkLst>
            <pc:docMk/>
            <pc:sldMk cId="1764297785" sldId="257"/>
            <ac:picMk id="4" creationId="{94F1282E-1DB6-F931-C0DF-E7E848531B24}"/>
          </ac:picMkLst>
        </pc:picChg>
      </pc:sldChg>
      <pc:sldChg chg="modSp">
        <pc:chgData name="leake@indiana.edu" userId="S::urn:spo:guest#leake@indiana.edu::" providerId="AD" clId="Web-{283FC556-8488-9EDB-47A3-7C990627BE21}" dt="2024-06-25T01:52:07.751" v="36" actId="20577"/>
        <pc:sldMkLst>
          <pc:docMk/>
          <pc:sldMk cId="725056272" sldId="260"/>
        </pc:sldMkLst>
        <pc:spChg chg="mod">
          <ac:chgData name="leake@indiana.edu" userId="S::urn:spo:guest#leake@indiana.edu::" providerId="AD" clId="Web-{283FC556-8488-9EDB-47A3-7C990627BE21}" dt="2024-06-25T01:52:07.751" v="36" actId="20577"/>
          <ac:spMkLst>
            <pc:docMk/>
            <pc:sldMk cId="725056272" sldId="260"/>
            <ac:spMk id="2" creationId="{6349E650-E665-ACFA-B823-F276C3A3D93E}"/>
          </ac:spMkLst>
        </pc:spChg>
      </pc:sldChg>
      <pc:sldChg chg="modSp">
        <pc:chgData name="leake@indiana.edu" userId="S::urn:spo:guest#leake@indiana.edu::" providerId="AD" clId="Web-{283FC556-8488-9EDB-47A3-7C990627BE21}" dt="2024-06-25T02:15:04.301" v="239" actId="20577"/>
        <pc:sldMkLst>
          <pc:docMk/>
          <pc:sldMk cId="659677053" sldId="261"/>
        </pc:sldMkLst>
        <pc:spChg chg="mod">
          <ac:chgData name="leake@indiana.edu" userId="S::urn:spo:guest#leake@indiana.edu::" providerId="AD" clId="Web-{283FC556-8488-9EDB-47A3-7C990627BE21}" dt="2024-06-25T01:52:52.381" v="43" actId="20577"/>
          <ac:spMkLst>
            <pc:docMk/>
            <pc:sldMk cId="659677053" sldId="261"/>
            <ac:spMk id="2" creationId="{8BE3AB48-45DA-634B-C185-CD9624595C24}"/>
          </ac:spMkLst>
        </pc:spChg>
        <pc:spChg chg="mod">
          <ac:chgData name="leake@indiana.edu" userId="S::urn:spo:guest#leake@indiana.edu::" providerId="AD" clId="Web-{283FC556-8488-9EDB-47A3-7C990627BE21}" dt="2024-06-25T02:15:04.301" v="239" actId="20577"/>
          <ac:spMkLst>
            <pc:docMk/>
            <pc:sldMk cId="659677053" sldId="261"/>
            <ac:spMk id="3" creationId="{6692C307-72F3-9303-68E8-0A7DA74C6BCA}"/>
          </ac:spMkLst>
        </pc:spChg>
      </pc:sldChg>
      <pc:sldChg chg="addSp modSp modCm">
        <pc:chgData name="leake@indiana.edu" userId="S::urn:spo:guest#leake@indiana.edu::" providerId="AD" clId="Web-{283FC556-8488-9EDB-47A3-7C990627BE21}" dt="2024-06-25T02:42:17.899" v="383" actId="20577"/>
        <pc:sldMkLst>
          <pc:docMk/>
          <pc:sldMk cId="2281576576" sldId="262"/>
        </pc:sldMkLst>
        <pc:spChg chg="mod">
          <ac:chgData name="leake@indiana.edu" userId="S::urn:spo:guest#leake@indiana.edu::" providerId="AD" clId="Web-{283FC556-8488-9EDB-47A3-7C990627BE21}" dt="2024-06-25T02:41:58.992" v="380" actId="1076"/>
          <ac:spMkLst>
            <pc:docMk/>
            <pc:sldMk cId="2281576576" sldId="262"/>
            <ac:spMk id="2" creationId="{8BE3AB48-45DA-634B-C185-CD9624595C24}"/>
          </ac:spMkLst>
        </pc:spChg>
        <pc:spChg chg="mod">
          <ac:chgData name="leake@indiana.edu" userId="S::urn:spo:guest#leake@indiana.edu::" providerId="AD" clId="Web-{283FC556-8488-9EDB-47A3-7C990627BE21}" dt="2024-06-25T02:42:17.899" v="383" actId="20577"/>
          <ac:spMkLst>
            <pc:docMk/>
            <pc:sldMk cId="2281576576" sldId="262"/>
            <ac:spMk id="3" creationId="{6692C307-72F3-9303-68E8-0A7DA74C6BCA}"/>
          </ac:spMkLst>
        </pc:spChg>
        <pc:spChg chg="add mod">
          <ac:chgData name="leake@indiana.edu" userId="S::urn:spo:guest#leake@indiana.edu::" providerId="AD" clId="Web-{283FC556-8488-9EDB-47A3-7C990627BE21}" dt="2024-06-25T02:22:20.596" v="277" actId="1076"/>
          <ac:spMkLst>
            <pc:docMk/>
            <pc:sldMk cId="2281576576" sldId="262"/>
            <ac:spMk id="5" creationId="{99CDEAA8-9807-6EA2-EB0D-82D6276F4869}"/>
          </ac:spMkLst>
        </pc:spChg>
        <pc:spChg chg="add mod">
          <ac:chgData name="leake@indiana.edu" userId="S::urn:spo:guest#leake@indiana.edu::" providerId="AD" clId="Web-{283FC556-8488-9EDB-47A3-7C990627BE21}" dt="2024-06-25T02:22:30.205" v="278" actId="1076"/>
          <ac:spMkLst>
            <pc:docMk/>
            <pc:sldMk cId="2281576576" sldId="262"/>
            <ac:spMk id="6" creationId="{C7FBAF45-E05A-48AF-44AC-52A47C2F48B7}"/>
          </ac:spMkLst>
        </pc:spChg>
        <pc:picChg chg="add mod">
          <ac:chgData name="leake@indiana.edu" userId="S::urn:spo:guest#leake@indiana.edu::" providerId="AD" clId="Web-{283FC556-8488-9EDB-47A3-7C990627BE21}" dt="2024-06-25T02:19:49.169" v="276" actId="1076"/>
          <ac:picMkLst>
            <pc:docMk/>
            <pc:sldMk cId="2281576576" sldId="262"/>
            <ac:picMk id="4" creationId="{86128ABC-4601-0C1E-C65D-018B1A77C53E}"/>
          </ac:picMkLst>
        </pc:picChg>
        <pc:extLst>
          <p:ext xmlns:p="http://schemas.openxmlformats.org/presentationml/2006/main" uri="{D6D511B9-2390-475A-947B-AFAB55BFBCF1}">
            <pc226:cmChg xmlns:pc226="http://schemas.microsoft.com/office/powerpoint/2022/06/main/command" chg="mod">
              <pc226:chgData name="leake@indiana.edu" userId="S::urn:spo:guest#leake@indiana.edu::" providerId="AD" clId="Web-{283FC556-8488-9EDB-47A3-7C990627BE21}" dt="2024-06-25T02:40:54.178" v="370" actId="20577"/>
              <pc2:cmMkLst xmlns:pc2="http://schemas.microsoft.com/office/powerpoint/2019/9/main/command">
                <pc:docMk/>
                <pc:sldMk cId="2281576576" sldId="262"/>
                <pc2:cmMk id="{4AD70651-AC46-4970-86D2-B4AA05545D8E}"/>
              </pc2:cmMkLst>
            </pc226:cmChg>
          </p:ext>
        </pc:extLst>
      </pc:sldChg>
      <pc:sldChg chg="modSp">
        <pc:chgData name="leake@indiana.edu" userId="S::urn:spo:guest#leake@indiana.edu::" providerId="AD" clId="Web-{283FC556-8488-9EDB-47A3-7C990627BE21}" dt="2024-06-25T01:40:14.619" v="25" actId="20577"/>
        <pc:sldMkLst>
          <pc:docMk/>
          <pc:sldMk cId="2988885124" sldId="282"/>
        </pc:sldMkLst>
        <pc:spChg chg="mod">
          <ac:chgData name="leake@indiana.edu" userId="S::urn:spo:guest#leake@indiana.edu::" providerId="AD" clId="Web-{283FC556-8488-9EDB-47A3-7C990627BE21}" dt="2024-06-25T01:40:14.619" v="25" actId="20577"/>
          <ac:spMkLst>
            <pc:docMk/>
            <pc:sldMk cId="2988885124" sldId="282"/>
            <ac:spMk id="3" creationId="{A823B790-F88A-AB08-1449-79335E3F3D2B}"/>
          </ac:spMkLst>
        </pc:spChg>
      </pc:sldChg>
      <pc:sldChg chg="addSp delSp modSp">
        <pc:chgData name="leake@indiana.edu" userId="S::urn:spo:guest#leake@indiana.edu::" providerId="AD" clId="Web-{283FC556-8488-9EDB-47A3-7C990627BE21}" dt="2024-06-25T01:40:44.980" v="27" actId="1076"/>
        <pc:sldMkLst>
          <pc:docMk/>
          <pc:sldMk cId="1344788423" sldId="289"/>
        </pc:sldMkLst>
        <pc:spChg chg="del">
          <ac:chgData name="leake@indiana.edu" userId="S::urn:spo:guest#leake@indiana.edu::" providerId="AD" clId="Web-{283FC556-8488-9EDB-47A3-7C990627BE21}" dt="2024-06-25T01:40:38.995" v="26"/>
          <ac:spMkLst>
            <pc:docMk/>
            <pc:sldMk cId="1344788423" sldId="289"/>
            <ac:spMk id="3" creationId="{1DEB7C52-3D4D-B5B0-A653-041DC1BB3FD8}"/>
          </ac:spMkLst>
        </pc:spChg>
        <pc:picChg chg="add mod ord">
          <ac:chgData name="leake@indiana.edu" userId="S::urn:spo:guest#leake@indiana.edu::" providerId="AD" clId="Web-{283FC556-8488-9EDB-47A3-7C990627BE21}" dt="2024-06-25T01:40:44.980" v="27" actId="1076"/>
          <ac:picMkLst>
            <pc:docMk/>
            <pc:sldMk cId="1344788423" sldId="289"/>
            <ac:picMk id="4" creationId="{12C7C4C7-4916-EBEA-0909-EEAD133E52A6}"/>
          </ac:picMkLst>
        </pc:picChg>
      </pc:sldChg>
    </pc:docChg>
  </pc:docChgLst>
  <pc:docChgLst>
    <pc:chgData name="Ye, Xiaomeng" userId="S::xye@berry.edu::e9dfea23-315e-4458-a3dd-dbb675ea709b" providerId="AD" clId="Web-{5920F3DE-3637-1032-888D-BCC3152DF157}"/>
    <pc:docChg chg="mod addSld modSld">
      <pc:chgData name="Ye, Xiaomeng" userId="S::xye@berry.edu::e9dfea23-315e-4458-a3dd-dbb675ea709b" providerId="AD" clId="Web-{5920F3DE-3637-1032-888D-BCC3152DF157}" dt="2024-06-21T11:57:28.070" v="491" actId="20577"/>
      <pc:docMkLst>
        <pc:docMk/>
      </pc:docMkLst>
      <pc:sldChg chg="modCm">
        <pc:chgData name="Ye, Xiaomeng" userId="S::xye@berry.edu::e9dfea23-315e-4458-a3dd-dbb675ea709b" providerId="AD" clId="Web-{5920F3DE-3637-1032-888D-BCC3152DF157}" dt="2024-06-21T10:57:41.314" v="1"/>
        <pc:sldMkLst>
          <pc:docMk/>
          <pc:sldMk cId="2590686842" sldId="258"/>
        </pc:sldMkLst>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0:57:41.314" v="1"/>
              <pc2:cmMkLst xmlns:pc2="http://schemas.microsoft.com/office/powerpoint/2019/9/main/command">
                <pc:docMk/>
                <pc:sldMk cId="2590686842" sldId="258"/>
                <pc2:cmMk id="{86027EB9-5DAE-43BA-94DF-DB44B1E1F24B}"/>
              </pc2:cmMkLst>
              <pc226:cmRplyChg chg="add">
                <pc226:chgData name="Ye, Xiaomeng" userId="S::xye@berry.edu::e9dfea23-315e-4458-a3dd-dbb675ea709b" providerId="AD" clId="Web-{5920F3DE-3637-1032-888D-BCC3152DF157}" dt="2024-06-21T10:57:41.314" v="1"/>
                <pc2:cmRplyMkLst xmlns:pc2="http://schemas.microsoft.com/office/powerpoint/2019/9/main/command">
                  <pc:docMk/>
                  <pc:sldMk cId="2590686842" sldId="258"/>
                  <pc2:cmMk id="{86027EB9-5DAE-43BA-94DF-DB44B1E1F24B}"/>
                  <pc2:cmRplyMk id="{0D68EA39-3430-4D1C-93C1-087E14245E99}"/>
                </pc2:cmRplyMkLst>
              </pc226:cmRplyChg>
            </pc226:cmChg>
          </p:ext>
        </pc:extLst>
      </pc:sldChg>
      <pc:sldChg chg="modCm">
        <pc:chgData name="Ye, Xiaomeng" userId="S::xye@berry.edu::e9dfea23-315e-4458-a3dd-dbb675ea709b" providerId="AD" clId="Web-{5920F3DE-3637-1032-888D-BCC3152DF157}" dt="2024-06-21T11:06:14.270" v="114"/>
        <pc:sldMkLst>
          <pc:docMk/>
          <pc:sldMk cId="2231896775" sldId="259"/>
        </pc:sldMkLst>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06:14.270" v="114"/>
              <pc2:cmMkLst xmlns:pc2="http://schemas.microsoft.com/office/powerpoint/2019/9/main/command">
                <pc:docMk/>
                <pc:sldMk cId="2231896775" sldId="259"/>
                <pc2:cmMk id="{6C1DE095-3937-4D36-8E80-650804E59344}"/>
              </pc2:cmMkLst>
              <pc226:cmRplyChg chg="add">
                <pc226:chgData name="Ye, Xiaomeng" userId="S::xye@berry.edu::e9dfea23-315e-4458-a3dd-dbb675ea709b" providerId="AD" clId="Web-{5920F3DE-3637-1032-888D-BCC3152DF157}" dt="2024-06-21T11:06:14.270" v="114"/>
                <pc2:cmRplyMkLst xmlns:pc2="http://schemas.microsoft.com/office/powerpoint/2019/9/main/command">
                  <pc:docMk/>
                  <pc:sldMk cId="2231896775" sldId="259"/>
                  <pc2:cmMk id="{6C1DE095-3937-4D36-8E80-650804E59344}"/>
                  <pc2:cmRplyMk id="{942C53CB-F3E1-4F15-B5E4-B1BEDAEA40CE}"/>
                </pc2:cmRplyMkLst>
              </pc226:cmRplyChg>
            </pc226:cmChg>
          </p:ext>
        </pc:extLst>
      </pc:sldChg>
      <pc:sldChg chg="modCm">
        <pc:chgData name="Ye, Xiaomeng" userId="S::xye@berry.edu::e9dfea23-315e-4458-a3dd-dbb675ea709b" providerId="AD" clId="Web-{5920F3DE-3637-1032-888D-BCC3152DF157}" dt="2024-06-21T10:58:43.691" v="2"/>
        <pc:sldMkLst>
          <pc:docMk/>
          <pc:sldMk cId="725056272" sldId="260"/>
        </pc:sldMkLst>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0:58:43.691" v="2"/>
              <pc2:cmMkLst xmlns:pc2="http://schemas.microsoft.com/office/powerpoint/2019/9/main/command">
                <pc:docMk/>
                <pc:sldMk cId="725056272" sldId="260"/>
                <pc2:cmMk id="{22511B4F-0375-4A85-9DD5-29E0319AE67D}"/>
              </pc2:cmMkLst>
              <pc226:cmRplyChg chg="add">
                <pc226:chgData name="Ye, Xiaomeng" userId="S::xye@berry.edu::e9dfea23-315e-4458-a3dd-dbb675ea709b" providerId="AD" clId="Web-{5920F3DE-3637-1032-888D-BCC3152DF157}" dt="2024-06-21T10:58:43.691" v="2"/>
                <pc2:cmRplyMkLst xmlns:pc2="http://schemas.microsoft.com/office/powerpoint/2019/9/main/command">
                  <pc:docMk/>
                  <pc:sldMk cId="725056272" sldId="260"/>
                  <pc2:cmMk id="{22511B4F-0375-4A85-9DD5-29E0319AE67D}"/>
                  <pc2:cmRplyMk id="{40C526D9-D4F9-4A47-BE28-C2475FFF0AD1}"/>
                </pc2:cmRplyMkLst>
              </pc226:cmRplyChg>
            </pc226:cmChg>
          </p:ext>
        </pc:extLst>
      </pc:sldChg>
      <pc:sldChg chg="modCm">
        <pc:chgData name="Ye, Xiaomeng" userId="S::xye@berry.edu::e9dfea23-315e-4458-a3dd-dbb675ea709b" providerId="AD" clId="Web-{5920F3DE-3637-1032-888D-BCC3152DF157}" dt="2024-06-21T11:21:49.227" v="120"/>
        <pc:sldMkLst>
          <pc:docMk/>
          <pc:sldMk cId="959618595" sldId="266"/>
        </pc:sldMkLst>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21:49.227" v="120"/>
              <pc2:cmMkLst xmlns:pc2="http://schemas.microsoft.com/office/powerpoint/2019/9/main/command">
                <pc:docMk/>
                <pc:sldMk cId="959618595" sldId="266"/>
                <pc2:cmMk id="{9D4AEC53-463A-4801-BE7F-CA30002B1E10}"/>
              </pc2:cmMkLst>
              <pc226:cmRplyChg chg="add">
                <pc226:chgData name="Ye, Xiaomeng" userId="S::xye@berry.edu::e9dfea23-315e-4458-a3dd-dbb675ea709b" providerId="AD" clId="Web-{5920F3DE-3637-1032-888D-BCC3152DF157}" dt="2024-06-21T11:19:15.550" v="119"/>
                <pc2:cmRplyMkLst xmlns:pc2="http://schemas.microsoft.com/office/powerpoint/2019/9/main/command">
                  <pc:docMk/>
                  <pc:sldMk cId="959618595" sldId="266"/>
                  <pc2:cmMk id="{9D4AEC53-463A-4801-BE7F-CA30002B1E10}"/>
                  <pc2:cmRplyMk id="{6D0D2667-B475-47CF-A1ED-FA5B82296B5D}"/>
                </pc2:cmRplyMkLst>
              </pc226:cmRplyChg>
              <pc226:cmRplyChg chg="add">
                <pc226:chgData name="Ye, Xiaomeng" userId="S::xye@berry.edu::e9dfea23-315e-4458-a3dd-dbb675ea709b" providerId="AD" clId="Web-{5920F3DE-3637-1032-888D-BCC3152DF157}" dt="2024-06-21T11:21:49.227" v="120"/>
                <pc2:cmRplyMkLst xmlns:pc2="http://schemas.microsoft.com/office/powerpoint/2019/9/main/command">
                  <pc:docMk/>
                  <pc:sldMk cId="959618595" sldId="266"/>
                  <pc2:cmMk id="{9D4AEC53-463A-4801-BE7F-CA30002B1E10}"/>
                  <pc2:cmRplyMk id="{ED867F8B-C5A7-4A88-80A6-99A3236FD8A5}"/>
                </pc2:cmRplyMkLst>
              </pc226:cmRplyChg>
            </pc226:cmChg>
          </p:ext>
        </pc:extLst>
      </pc:sldChg>
      <pc:sldChg chg="delSp modCm">
        <pc:chgData name="Ye, Xiaomeng" userId="S::xye@berry.edu::e9dfea23-315e-4458-a3dd-dbb675ea709b" providerId="AD" clId="Web-{5920F3DE-3637-1032-888D-BCC3152DF157}" dt="2024-06-21T11:15:09.760" v="117"/>
        <pc:sldMkLst>
          <pc:docMk/>
          <pc:sldMk cId="1722546881" sldId="269"/>
        </pc:sldMkLst>
        <pc:spChg chg="del">
          <ac:chgData name="Ye, Xiaomeng" userId="S::xye@berry.edu::e9dfea23-315e-4458-a3dd-dbb675ea709b" providerId="AD" clId="Web-{5920F3DE-3637-1032-888D-BCC3152DF157}" dt="2024-06-21T11:15:09.760" v="117"/>
          <ac:spMkLst>
            <pc:docMk/>
            <pc:sldMk cId="1722546881" sldId="269"/>
            <ac:spMk id="8" creationId="{296E6EF5-8734-B35C-410C-C76849CCD49B}"/>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15:06.838" v="116"/>
              <pc2:cmMkLst xmlns:pc2="http://schemas.microsoft.com/office/powerpoint/2019/9/main/command">
                <pc:docMk/>
                <pc:sldMk cId="1722546881" sldId="269"/>
                <pc2:cmMk id="{9EB5D541-44B7-47B8-BA3D-F274AF0066BE}"/>
              </pc2:cmMkLst>
              <pc226:cmRplyChg chg="add">
                <pc226:chgData name="Ye, Xiaomeng" userId="S::xye@berry.edu::e9dfea23-315e-4458-a3dd-dbb675ea709b" providerId="AD" clId="Web-{5920F3DE-3637-1032-888D-BCC3152DF157}" dt="2024-06-21T11:13:28.865" v="115"/>
                <pc2:cmRplyMkLst xmlns:pc2="http://schemas.microsoft.com/office/powerpoint/2019/9/main/command">
                  <pc:docMk/>
                  <pc:sldMk cId="1722546881" sldId="269"/>
                  <pc2:cmMk id="{9EB5D541-44B7-47B8-BA3D-F274AF0066BE}"/>
                  <pc2:cmRplyMk id="{3C156E61-2815-4EFB-B14D-DF6B7F48A9CA}"/>
                </pc2:cmRplyMkLst>
              </pc226:cmRplyChg>
              <pc226:cmRplyChg chg="add">
                <pc226:chgData name="Ye, Xiaomeng" userId="S::xye@berry.edu::e9dfea23-315e-4458-a3dd-dbb675ea709b" providerId="AD" clId="Web-{5920F3DE-3637-1032-888D-BCC3152DF157}" dt="2024-06-21T11:15:06.838" v="116"/>
                <pc2:cmRplyMkLst xmlns:pc2="http://schemas.microsoft.com/office/powerpoint/2019/9/main/command">
                  <pc:docMk/>
                  <pc:sldMk cId="1722546881" sldId="269"/>
                  <pc2:cmMk id="{9EB5D541-44B7-47B8-BA3D-F274AF0066BE}"/>
                  <pc2:cmRplyMk id="{9BF2FADE-170B-4BB6-B8EF-66F498643EF4}"/>
                </pc2:cmRplyMkLst>
              </pc226:cmRplyChg>
            </pc226:cmChg>
          </p:ext>
        </pc:extLst>
      </pc:sldChg>
      <pc:sldChg chg="modCm">
        <pc:chgData name="Ye, Xiaomeng" userId="S::xye@berry.edu::e9dfea23-315e-4458-a3dd-dbb675ea709b" providerId="AD" clId="Web-{5920F3DE-3637-1032-888D-BCC3152DF157}" dt="2024-06-21T11:15:50.839" v="118"/>
        <pc:sldMkLst>
          <pc:docMk/>
          <pc:sldMk cId="169548117" sldId="270"/>
        </pc:sldMkLst>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15:50.839" v="118"/>
              <pc2:cmMkLst xmlns:pc2="http://schemas.microsoft.com/office/powerpoint/2019/9/main/command">
                <pc:docMk/>
                <pc:sldMk cId="169548117" sldId="270"/>
                <pc2:cmMk id="{ECD3FC88-6DF5-4E0D-B415-F78CF8680A38}"/>
              </pc2:cmMkLst>
              <pc226:cmRplyChg chg="add">
                <pc226:chgData name="Ye, Xiaomeng" userId="S::xye@berry.edu::e9dfea23-315e-4458-a3dd-dbb675ea709b" providerId="AD" clId="Web-{5920F3DE-3637-1032-888D-BCC3152DF157}" dt="2024-06-21T11:15:50.839" v="118"/>
                <pc2:cmRplyMkLst xmlns:pc2="http://schemas.microsoft.com/office/powerpoint/2019/9/main/command">
                  <pc:docMk/>
                  <pc:sldMk cId="169548117" sldId="270"/>
                  <pc2:cmMk id="{ECD3FC88-6DF5-4E0D-B415-F78CF8680A38}"/>
                  <pc2:cmRplyMk id="{C3182A59-3B1F-4D0F-AC12-DCFFC7513655}"/>
                </pc2:cmRplyMkLst>
              </pc226:cmRplyChg>
            </pc226:cmChg>
          </p:ext>
        </pc:extLst>
      </pc:sldChg>
      <pc:sldChg chg="modSp modCm">
        <pc:chgData name="Ye, Xiaomeng" userId="S::xye@berry.edu::e9dfea23-315e-4458-a3dd-dbb675ea709b" providerId="AD" clId="Web-{5920F3DE-3637-1032-888D-BCC3152DF157}" dt="2024-06-21T11:24:08.826" v="129" actId="20577"/>
        <pc:sldMkLst>
          <pc:docMk/>
          <pc:sldMk cId="2820553088" sldId="274"/>
        </pc:sldMkLst>
        <pc:spChg chg="mod">
          <ac:chgData name="Ye, Xiaomeng" userId="S::xye@berry.edu::e9dfea23-315e-4458-a3dd-dbb675ea709b" providerId="AD" clId="Web-{5920F3DE-3637-1032-888D-BCC3152DF157}" dt="2024-06-21T11:24:08.826" v="129" actId="20577"/>
          <ac:spMkLst>
            <pc:docMk/>
            <pc:sldMk cId="2820553088" sldId="274"/>
            <ac:spMk id="3" creationId="{E1B1F757-1663-8EF0-5103-30EE1C05A579}"/>
          </ac:spMkLst>
        </pc:spChg>
        <pc:extLst>
          <p:ext xmlns:p="http://schemas.openxmlformats.org/presentationml/2006/main" uri="{D6D511B9-2390-475A-947B-AFAB55BFBCF1}">
            <pc226:cmChg xmlns:pc226="http://schemas.microsoft.com/office/powerpoint/2022/06/main/command" chg="mod">
              <pc226:chgData name="Ye, Xiaomeng" userId="S::xye@berry.edu::e9dfea23-315e-4458-a3dd-dbb675ea709b" providerId="AD" clId="Web-{5920F3DE-3637-1032-888D-BCC3152DF157}" dt="2024-06-21T11:23:53.466" v="128" actId="20577"/>
              <pc2:cmMkLst xmlns:pc2="http://schemas.microsoft.com/office/powerpoint/2019/9/main/command">
                <pc:docMk/>
                <pc:sldMk cId="2820553088" sldId="274"/>
                <pc2:cmMk id="{20E46EA4-AD5D-49D6-ABA1-BAB7599F9F62}"/>
              </pc2:cmMkLst>
              <pc226:cmRplyChg chg="add">
                <pc226:chgData name="Ye, Xiaomeng" userId="S::xye@berry.edu::e9dfea23-315e-4458-a3dd-dbb675ea709b" providerId="AD" clId="Web-{5920F3DE-3637-1032-888D-BCC3152DF157}" dt="2024-06-21T11:22:50.823" v="121"/>
                <pc2:cmRplyMkLst xmlns:pc2="http://schemas.microsoft.com/office/powerpoint/2019/9/main/command">
                  <pc:docMk/>
                  <pc:sldMk cId="2820553088" sldId="274"/>
                  <pc2:cmMk id="{20E46EA4-AD5D-49D6-ABA1-BAB7599F9F62}"/>
                  <pc2:cmRplyMk id="{45FBD2AB-C3BD-4015-942F-18261B04A70B}"/>
                </pc2:cmRplyMkLst>
              </pc226:cmRplyChg>
            </pc226:cmChg>
          </p:ext>
        </pc:extLst>
      </pc:sldChg>
      <pc:sldChg chg="modSp modCm">
        <pc:chgData name="Ye, Xiaomeng" userId="S::xye@berry.edu::e9dfea23-315e-4458-a3dd-dbb675ea709b" providerId="AD" clId="Web-{5920F3DE-3637-1032-888D-BCC3152DF157}" dt="2024-06-21T11:29:29.634" v="149" actId="20577"/>
        <pc:sldMkLst>
          <pc:docMk/>
          <pc:sldMk cId="2541881691" sldId="275"/>
        </pc:sldMkLst>
        <pc:spChg chg="mod">
          <ac:chgData name="Ye, Xiaomeng" userId="S::xye@berry.edu::e9dfea23-315e-4458-a3dd-dbb675ea709b" providerId="AD" clId="Web-{5920F3DE-3637-1032-888D-BCC3152DF157}" dt="2024-06-21T11:29:29.634" v="149" actId="20577"/>
          <ac:spMkLst>
            <pc:docMk/>
            <pc:sldMk cId="2541881691" sldId="275"/>
            <ac:spMk id="2" creationId="{FA787EF3-8BC4-EE17-93CD-955985D945AA}"/>
          </ac:spMkLst>
        </pc:spChg>
        <pc:extLst>
          <p:ext xmlns:p="http://schemas.openxmlformats.org/presentationml/2006/main" uri="{D6D511B9-2390-475A-947B-AFAB55BFBCF1}">
            <pc226:cmChg xmlns:pc226="http://schemas.microsoft.com/office/powerpoint/2022/06/main/command" chg="mod">
              <pc226:chgData name="Ye, Xiaomeng" userId="S::xye@berry.edu::e9dfea23-315e-4458-a3dd-dbb675ea709b" providerId="AD" clId="Web-{5920F3DE-3637-1032-888D-BCC3152DF157}" dt="2024-06-21T11:29:26.462" v="148"/>
              <pc2:cmMkLst xmlns:pc2="http://schemas.microsoft.com/office/powerpoint/2019/9/main/command">
                <pc:docMk/>
                <pc:sldMk cId="2541881691" sldId="275"/>
                <pc2:cmMk id="{DB36D90B-2987-4EA5-A487-6A9D218BFEFE}"/>
              </pc2:cmMkLst>
              <pc226:cmRplyChg chg="add">
                <pc226:chgData name="Ye, Xiaomeng" userId="S::xye@berry.edu::e9dfea23-315e-4458-a3dd-dbb675ea709b" providerId="AD" clId="Web-{5920F3DE-3637-1032-888D-BCC3152DF157}" dt="2024-06-21T11:29:26.462" v="148"/>
                <pc2:cmRplyMkLst xmlns:pc2="http://schemas.microsoft.com/office/powerpoint/2019/9/main/command">
                  <pc:docMk/>
                  <pc:sldMk cId="2541881691" sldId="275"/>
                  <pc2:cmMk id="{DB36D90B-2987-4EA5-A487-6A9D218BFEFE}"/>
                  <pc2:cmRplyMk id="{CB1EA129-765E-4619-9B92-76090A6C83BC}"/>
                </pc2:cmRplyMkLst>
              </pc226:cmRplyChg>
            </pc226:cmChg>
          </p:ext>
        </pc:extLst>
      </pc:sldChg>
      <pc:sldChg chg="modSp modCm">
        <pc:chgData name="Ye, Xiaomeng" userId="S::xye@berry.edu::e9dfea23-315e-4458-a3dd-dbb675ea709b" providerId="AD" clId="Web-{5920F3DE-3637-1032-888D-BCC3152DF157}" dt="2024-06-21T11:29:03.899" v="145" actId="20577"/>
        <pc:sldMkLst>
          <pc:docMk/>
          <pc:sldMk cId="1318958884" sldId="277"/>
        </pc:sldMkLst>
        <pc:spChg chg="mod">
          <ac:chgData name="Ye, Xiaomeng" userId="S::xye@berry.edu::e9dfea23-315e-4458-a3dd-dbb675ea709b" providerId="AD" clId="Web-{5920F3DE-3637-1032-888D-BCC3152DF157}" dt="2024-06-21T11:29:03.899" v="145" actId="20577"/>
          <ac:spMkLst>
            <pc:docMk/>
            <pc:sldMk cId="1318958884" sldId="277"/>
            <ac:spMk id="3" creationId="{A6CBBF7C-0D01-AA6B-FF12-DF969E8ABBF3}"/>
          </ac:spMkLst>
        </pc:spChg>
        <pc:extLst>
          <p:ext xmlns:p="http://schemas.openxmlformats.org/presentationml/2006/main" uri="{D6D511B9-2390-475A-947B-AFAB55BFBCF1}">
            <pc226:cmChg xmlns:pc226="http://schemas.microsoft.com/office/powerpoint/2022/06/main/command" chg="mod">
              <pc226:chgData name="Ye, Xiaomeng" userId="S::xye@berry.edu::e9dfea23-315e-4458-a3dd-dbb675ea709b" providerId="AD" clId="Web-{5920F3DE-3637-1032-888D-BCC3152DF157}" dt="2024-06-21T11:29:01.633" v="144"/>
              <pc2:cmMkLst xmlns:pc2="http://schemas.microsoft.com/office/powerpoint/2019/9/main/command">
                <pc:docMk/>
                <pc:sldMk cId="1318958884" sldId="277"/>
                <pc2:cmMk id="{9ABBDAA9-30DD-49FE-9E51-981AC49D93BE}"/>
              </pc2:cmMkLst>
              <pc226:cmRplyChg chg="add">
                <pc226:chgData name="Ye, Xiaomeng" userId="S::xye@berry.edu::e9dfea23-315e-4458-a3dd-dbb675ea709b" providerId="AD" clId="Web-{5920F3DE-3637-1032-888D-BCC3152DF157}" dt="2024-06-21T11:29:01.633" v="144"/>
                <pc2:cmRplyMkLst xmlns:pc2="http://schemas.microsoft.com/office/powerpoint/2019/9/main/command">
                  <pc:docMk/>
                  <pc:sldMk cId="1318958884" sldId="277"/>
                  <pc2:cmMk id="{9ABBDAA9-30DD-49FE-9E51-981AC49D93BE}"/>
                  <pc2:cmRplyMk id="{F7AB9E85-04E4-4F0F-BCE4-1DED5EBE8509}"/>
                </pc2:cmRplyMkLst>
              </pc226:cmRplyChg>
            </pc226:cmChg>
          </p:ext>
        </pc:extLst>
      </pc:sldChg>
      <pc:sldChg chg="modSp modCm">
        <pc:chgData name="Ye, Xiaomeng" userId="S::xye@berry.edu::e9dfea23-315e-4458-a3dd-dbb675ea709b" providerId="AD" clId="Web-{5920F3DE-3637-1032-888D-BCC3152DF157}" dt="2024-06-21T11:31:50.139" v="158" actId="20577"/>
        <pc:sldMkLst>
          <pc:docMk/>
          <pc:sldMk cId="1716170550" sldId="278"/>
        </pc:sldMkLst>
        <pc:spChg chg="mod">
          <ac:chgData name="Ye, Xiaomeng" userId="S::xye@berry.edu::e9dfea23-315e-4458-a3dd-dbb675ea709b" providerId="AD" clId="Web-{5920F3DE-3637-1032-888D-BCC3152DF157}" dt="2024-06-21T11:31:50.139" v="158" actId="20577"/>
          <ac:spMkLst>
            <pc:docMk/>
            <pc:sldMk cId="1716170550" sldId="278"/>
            <ac:spMk id="3" creationId="{B351E047-98EA-8F92-41DE-39FE3821AAE9}"/>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30:27.793" v="150"/>
              <pc2:cmMkLst xmlns:pc2="http://schemas.microsoft.com/office/powerpoint/2019/9/main/command">
                <pc:docMk/>
                <pc:sldMk cId="1716170550" sldId="278"/>
                <pc2:cmMk id="{8971329C-9F99-416D-B6EB-3DCF01427655}"/>
              </pc2:cmMkLst>
              <pc226:cmRplyChg chg="add">
                <pc226:chgData name="Ye, Xiaomeng" userId="S::xye@berry.edu::e9dfea23-315e-4458-a3dd-dbb675ea709b" providerId="AD" clId="Web-{5920F3DE-3637-1032-888D-BCC3152DF157}" dt="2024-06-21T11:30:27.793" v="150"/>
                <pc2:cmRplyMkLst xmlns:pc2="http://schemas.microsoft.com/office/powerpoint/2019/9/main/command">
                  <pc:docMk/>
                  <pc:sldMk cId="1716170550" sldId="278"/>
                  <pc2:cmMk id="{8971329C-9F99-416D-B6EB-3DCF01427655}"/>
                  <pc2:cmRplyMk id="{17BD9700-F6D3-43B6-B8C4-B71F0601DFAF}"/>
                </pc2:cmRplyMkLst>
              </pc226:cmRplyChg>
            </pc226:cmChg>
            <pc226:cmChg xmlns:pc226="http://schemas.microsoft.com/office/powerpoint/2022/06/main/command" chg="mod">
              <pc226:chgData name="Ye, Xiaomeng" userId="S::xye@berry.edu::e9dfea23-315e-4458-a3dd-dbb675ea709b" providerId="AD" clId="Web-{5920F3DE-3637-1032-888D-BCC3152DF157}" dt="2024-06-21T11:31:46.655" v="157"/>
              <pc2:cmMkLst xmlns:pc2="http://schemas.microsoft.com/office/powerpoint/2019/9/main/command">
                <pc:docMk/>
                <pc:sldMk cId="1716170550" sldId="278"/>
                <pc2:cmMk id="{780364D9-D54E-41AF-9D22-5C1503570A8A}"/>
              </pc2:cmMkLst>
              <pc226:cmRplyChg chg="add">
                <pc226:chgData name="Ye, Xiaomeng" userId="S::xye@berry.edu::e9dfea23-315e-4458-a3dd-dbb675ea709b" providerId="AD" clId="Web-{5920F3DE-3637-1032-888D-BCC3152DF157}" dt="2024-06-21T11:31:46.655" v="157"/>
                <pc2:cmRplyMkLst xmlns:pc2="http://schemas.microsoft.com/office/powerpoint/2019/9/main/command">
                  <pc:docMk/>
                  <pc:sldMk cId="1716170550" sldId="278"/>
                  <pc2:cmMk id="{780364D9-D54E-41AF-9D22-5C1503570A8A}"/>
                  <pc2:cmRplyMk id="{45413886-E91F-4AAE-A427-6D3DCBC21FE6}"/>
                </pc2:cmRplyMkLst>
              </pc226:cmRplyChg>
            </pc226:cmChg>
          </p:ext>
        </pc:extLst>
      </pc:sldChg>
      <pc:sldChg chg="modSp modCm">
        <pc:chgData name="Ye, Xiaomeng" userId="S::xye@berry.edu::e9dfea23-315e-4458-a3dd-dbb675ea709b" providerId="AD" clId="Web-{5920F3DE-3637-1032-888D-BCC3152DF157}" dt="2024-06-21T11:35:28.444" v="166" actId="20577"/>
        <pc:sldMkLst>
          <pc:docMk/>
          <pc:sldMk cId="1629162292" sldId="280"/>
        </pc:sldMkLst>
        <pc:spChg chg="mod">
          <ac:chgData name="Ye, Xiaomeng" userId="S::xye@berry.edu::e9dfea23-315e-4458-a3dd-dbb675ea709b" providerId="AD" clId="Web-{5920F3DE-3637-1032-888D-BCC3152DF157}" dt="2024-06-21T11:35:28.444" v="166" actId="20577"/>
          <ac:spMkLst>
            <pc:docMk/>
            <pc:sldMk cId="1629162292" sldId="280"/>
            <ac:spMk id="3" creationId="{2B8BFA15-5D0A-4F09-2F9C-7678D7856C7C}"/>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32:58.767" v="164"/>
              <pc2:cmMkLst xmlns:pc2="http://schemas.microsoft.com/office/powerpoint/2019/9/main/command">
                <pc:docMk/>
                <pc:sldMk cId="1629162292" sldId="280"/>
                <pc2:cmMk id="{A77045B4-6E68-4B59-8E17-4CB86BD09A49}"/>
              </pc2:cmMkLst>
              <pc226:cmRplyChg chg="add">
                <pc226:chgData name="Ye, Xiaomeng" userId="S::xye@berry.edu::e9dfea23-315e-4458-a3dd-dbb675ea709b" providerId="AD" clId="Web-{5920F3DE-3637-1032-888D-BCC3152DF157}" dt="2024-06-21T11:32:58.767" v="164"/>
                <pc2:cmRplyMkLst xmlns:pc2="http://schemas.microsoft.com/office/powerpoint/2019/9/main/command">
                  <pc:docMk/>
                  <pc:sldMk cId="1629162292" sldId="280"/>
                  <pc2:cmMk id="{A77045B4-6E68-4B59-8E17-4CB86BD09A49}"/>
                  <pc2:cmRplyMk id="{CED4BBEC-394A-48FB-A05C-D7D883FC8CAE}"/>
                </pc2:cmRplyMkLst>
              </pc226:cmRplyChg>
            </pc226:cmChg>
            <pc226:cmChg xmlns:pc226="http://schemas.microsoft.com/office/powerpoint/2022/06/main/command" chg="mod">
              <pc226:chgData name="Ye, Xiaomeng" userId="S::xye@berry.edu::e9dfea23-315e-4458-a3dd-dbb675ea709b" providerId="AD" clId="Web-{5920F3DE-3637-1032-888D-BCC3152DF157}" dt="2024-06-21T11:35:24.100" v="165"/>
              <pc2:cmMkLst xmlns:pc2="http://schemas.microsoft.com/office/powerpoint/2019/9/main/command">
                <pc:docMk/>
                <pc:sldMk cId="1629162292" sldId="280"/>
                <pc2:cmMk id="{56550DE3-04DC-49F0-8DE6-480E4D9A29F9}"/>
              </pc2:cmMkLst>
              <pc226:cmRplyChg chg="add">
                <pc226:chgData name="Ye, Xiaomeng" userId="S::xye@berry.edu::e9dfea23-315e-4458-a3dd-dbb675ea709b" providerId="AD" clId="Web-{5920F3DE-3637-1032-888D-BCC3152DF157}" dt="2024-06-21T11:35:24.100" v="165"/>
                <pc2:cmRplyMkLst xmlns:pc2="http://schemas.microsoft.com/office/powerpoint/2019/9/main/command">
                  <pc:docMk/>
                  <pc:sldMk cId="1629162292" sldId="280"/>
                  <pc2:cmMk id="{56550DE3-04DC-49F0-8DE6-480E4D9A29F9}"/>
                  <pc2:cmRplyMk id="{BB496777-2939-441F-9F57-25ED9252BE64}"/>
                </pc2:cmRplyMkLst>
              </pc226:cmRplyChg>
            </pc226:cmChg>
          </p:ext>
        </pc:extLst>
      </pc:sldChg>
      <pc:sldChg chg="modSp modCm">
        <pc:chgData name="Ye, Xiaomeng" userId="S::xye@berry.edu::e9dfea23-315e-4458-a3dd-dbb675ea709b" providerId="AD" clId="Web-{5920F3DE-3637-1032-888D-BCC3152DF157}" dt="2024-06-21T11:54:25.157" v="277"/>
        <pc:sldMkLst>
          <pc:docMk/>
          <pc:sldMk cId="1272162176" sldId="284"/>
        </pc:sldMkLst>
        <pc:spChg chg="mod">
          <ac:chgData name="Ye, Xiaomeng" userId="S::xye@berry.edu::e9dfea23-315e-4458-a3dd-dbb675ea709b" providerId="AD" clId="Web-{5920F3DE-3637-1032-888D-BCC3152DF157}" dt="2024-06-21T11:53:15.420" v="252" actId="20577"/>
          <ac:spMkLst>
            <pc:docMk/>
            <pc:sldMk cId="1272162176" sldId="284"/>
            <ac:spMk id="3" creationId="{72BF38D7-0601-861D-DEAE-8AE173ECAD26}"/>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52:03.965" v="248"/>
              <pc2:cmMkLst xmlns:pc2="http://schemas.microsoft.com/office/powerpoint/2019/9/main/command">
                <pc:docMk/>
                <pc:sldMk cId="1272162176" sldId="284"/>
                <pc2:cmMk id="{47CBD4C6-5E74-4529-AFDC-418259BE5E0C}"/>
              </pc2:cmMkLst>
              <pc226:cmRplyChg chg="add">
                <pc226:chgData name="Ye, Xiaomeng" userId="S::xye@berry.edu::e9dfea23-315e-4458-a3dd-dbb675ea709b" providerId="AD" clId="Web-{5920F3DE-3637-1032-888D-BCC3152DF157}" dt="2024-06-21T11:52:03.965" v="248"/>
                <pc2:cmRplyMkLst xmlns:pc2="http://schemas.microsoft.com/office/powerpoint/2019/9/main/command">
                  <pc:docMk/>
                  <pc:sldMk cId="1272162176" sldId="284"/>
                  <pc2:cmMk id="{47CBD4C6-5E74-4529-AFDC-418259BE5E0C}"/>
                  <pc2:cmRplyMk id="{FDBBAFF2-AAAD-4016-BC61-99686BAE4EE8}"/>
                </pc2:cmRplyMkLst>
              </pc226:cmRplyChg>
            </pc226:cmChg>
            <pc226:cmChg xmlns:pc226="http://schemas.microsoft.com/office/powerpoint/2022/06/main/command" chg="mod">
              <pc226:chgData name="Ye, Xiaomeng" userId="S::xye@berry.edu::e9dfea23-315e-4458-a3dd-dbb675ea709b" providerId="AD" clId="Web-{5920F3DE-3637-1032-888D-BCC3152DF157}" dt="2024-06-21T11:54:25.157" v="277"/>
              <pc2:cmMkLst xmlns:pc2="http://schemas.microsoft.com/office/powerpoint/2019/9/main/command">
                <pc:docMk/>
                <pc:sldMk cId="1272162176" sldId="284"/>
                <pc2:cmMk id="{896213D1-8CC9-4297-ACE1-CB807FE76F1D}"/>
              </pc2:cmMkLst>
              <pc226:cmRplyChg chg="add">
                <pc226:chgData name="Ye, Xiaomeng" userId="S::xye@berry.edu::e9dfea23-315e-4458-a3dd-dbb675ea709b" providerId="AD" clId="Web-{5920F3DE-3637-1032-888D-BCC3152DF157}" dt="2024-06-21T11:54:25.157" v="277"/>
                <pc2:cmRplyMkLst xmlns:pc2="http://schemas.microsoft.com/office/powerpoint/2019/9/main/command">
                  <pc:docMk/>
                  <pc:sldMk cId="1272162176" sldId="284"/>
                  <pc2:cmMk id="{896213D1-8CC9-4297-ACE1-CB807FE76F1D}"/>
                  <pc2:cmRplyMk id="{B48650FF-E366-4C56-BE32-87C32480ADF5}"/>
                </pc2:cmRplyMkLst>
              </pc226:cmRplyChg>
            </pc226:cmChg>
          </p:ext>
        </pc:extLst>
      </pc:sldChg>
      <pc:sldChg chg="modSp modCm">
        <pc:chgData name="Ye, Xiaomeng" userId="S::xye@berry.edu::e9dfea23-315e-4458-a3dd-dbb675ea709b" providerId="AD" clId="Web-{5920F3DE-3637-1032-888D-BCC3152DF157}" dt="2024-06-21T11:05:18.612" v="113" actId="20577"/>
        <pc:sldMkLst>
          <pc:docMk/>
          <pc:sldMk cId="1229690806" sldId="291"/>
        </pc:sldMkLst>
        <pc:spChg chg="mod">
          <ac:chgData name="Ye, Xiaomeng" userId="S::xye@berry.edu::e9dfea23-315e-4458-a3dd-dbb675ea709b" providerId="AD" clId="Web-{5920F3DE-3637-1032-888D-BCC3152DF157}" dt="2024-06-21T11:05:18.612" v="113" actId="20577"/>
          <ac:spMkLst>
            <pc:docMk/>
            <pc:sldMk cId="1229690806" sldId="291"/>
            <ac:spMk id="3" creationId="{E76D1ACD-812E-23E7-3E16-803D7FEA2D40}"/>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5920F3DE-3637-1032-888D-BCC3152DF157}" dt="2024-06-21T11:05:14.158" v="112"/>
              <pc2:cmMkLst xmlns:pc2="http://schemas.microsoft.com/office/powerpoint/2019/9/main/command">
                <pc:docMk/>
                <pc:sldMk cId="1229690806" sldId="291"/>
                <pc2:cmMk id="{D1FACD27-E34A-4A59-9CF2-1B5292E72666}"/>
              </pc2:cmMkLst>
              <pc226:cmRplyChg chg="add">
                <pc226:chgData name="Ye, Xiaomeng" userId="S::xye@berry.edu::e9dfea23-315e-4458-a3dd-dbb675ea709b" providerId="AD" clId="Web-{5920F3DE-3637-1032-888D-BCC3152DF157}" dt="2024-06-21T11:05:14.158" v="112"/>
                <pc2:cmRplyMkLst xmlns:pc2="http://schemas.microsoft.com/office/powerpoint/2019/9/main/command">
                  <pc:docMk/>
                  <pc:sldMk cId="1229690806" sldId="291"/>
                  <pc2:cmMk id="{D1FACD27-E34A-4A59-9CF2-1B5292E72666}"/>
                  <pc2:cmRplyMk id="{EB69C679-0B80-46BE-BBE7-76DA01E30255}"/>
                </pc2:cmRplyMkLst>
              </pc226:cmRplyChg>
            </pc226:cmChg>
          </p:ext>
        </pc:extLst>
      </pc:sldChg>
      <pc:sldChg chg="modSp new">
        <pc:chgData name="Ye, Xiaomeng" userId="S::xye@berry.edu::e9dfea23-315e-4458-a3dd-dbb675ea709b" providerId="AD" clId="Web-{5920F3DE-3637-1032-888D-BCC3152DF157}" dt="2024-06-21T11:51:56.308" v="247" actId="20577"/>
        <pc:sldMkLst>
          <pc:docMk/>
          <pc:sldMk cId="880561537" sldId="292"/>
        </pc:sldMkLst>
        <pc:spChg chg="mod">
          <ac:chgData name="Ye, Xiaomeng" userId="S::xye@berry.edu::e9dfea23-315e-4458-a3dd-dbb675ea709b" providerId="AD" clId="Web-{5920F3DE-3637-1032-888D-BCC3152DF157}" dt="2024-06-21T11:49:22.177" v="174" actId="20577"/>
          <ac:spMkLst>
            <pc:docMk/>
            <pc:sldMk cId="880561537" sldId="292"/>
            <ac:spMk id="2" creationId="{F3A4E204-4E28-0890-9CC7-FB66FB4A44C3}"/>
          </ac:spMkLst>
        </pc:spChg>
        <pc:spChg chg="mod">
          <ac:chgData name="Ye, Xiaomeng" userId="S::xye@berry.edu::e9dfea23-315e-4458-a3dd-dbb675ea709b" providerId="AD" clId="Web-{5920F3DE-3637-1032-888D-BCC3152DF157}" dt="2024-06-21T11:51:56.308" v="247" actId="20577"/>
          <ac:spMkLst>
            <pc:docMk/>
            <pc:sldMk cId="880561537" sldId="292"/>
            <ac:spMk id="3" creationId="{A47F5751-E033-2125-9C02-9D68CD56B587}"/>
          </ac:spMkLst>
        </pc:spChg>
      </pc:sldChg>
      <pc:sldChg chg="modSp add replId delCm modCm">
        <pc:chgData name="Ye, Xiaomeng" userId="S::xye@berry.edu::e9dfea23-315e-4458-a3dd-dbb675ea709b" providerId="AD" clId="Web-{5920F3DE-3637-1032-888D-BCC3152DF157}" dt="2024-06-21T11:57:28.070" v="491" actId="20577"/>
        <pc:sldMkLst>
          <pc:docMk/>
          <pc:sldMk cId="1539557568" sldId="293"/>
        </pc:sldMkLst>
        <pc:spChg chg="mod">
          <ac:chgData name="Ye, Xiaomeng" userId="S::xye@berry.edu::e9dfea23-315e-4458-a3dd-dbb675ea709b" providerId="AD" clId="Web-{5920F3DE-3637-1032-888D-BCC3152DF157}" dt="2024-06-21T11:57:28.070" v="491" actId="20577"/>
          <ac:spMkLst>
            <pc:docMk/>
            <pc:sldMk cId="1539557568" sldId="293"/>
            <ac:spMk id="3" creationId="{72BF38D7-0601-861D-DEAE-8AE173ECAD26}"/>
          </ac:spMkLst>
        </pc:spChg>
        <pc:extLst>
          <p:ext xmlns:p="http://schemas.openxmlformats.org/presentationml/2006/main" uri="{D6D511B9-2390-475A-947B-AFAB55BFBCF1}">
            <pc226:cmChg xmlns:pc226="http://schemas.microsoft.com/office/powerpoint/2022/06/main/command" chg="del mod">
              <pc226:chgData name="Ye, Xiaomeng" userId="S::xye@berry.edu::e9dfea23-315e-4458-a3dd-dbb675ea709b" providerId="AD" clId="Web-{5920F3DE-3637-1032-888D-BCC3152DF157}" dt="2024-06-21T11:54:19.251" v="276"/>
              <pc2:cmMkLst xmlns:pc2="http://schemas.microsoft.com/office/powerpoint/2019/9/main/command">
                <pc:docMk/>
                <pc:sldMk cId="1539557568" sldId="293"/>
                <pc2:cmMk id="{4C55C519-0B25-48FC-99DD-8DF8D1A48A7F}"/>
              </pc2:cmMkLst>
            </pc226:cmChg>
            <pc226:cmChg xmlns:pc226="http://schemas.microsoft.com/office/powerpoint/2022/06/main/command" chg="del">
              <pc226:chgData name="Ye, Xiaomeng" userId="S::xye@berry.edu::e9dfea23-315e-4458-a3dd-dbb675ea709b" providerId="AD" clId="Web-{5920F3DE-3637-1032-888D-BCC3152DF157}" dt="2024-06-21T11:54:17.423" v="275"/>
              <pc2:cmMkLst xmlns:pc2="http://schemas.microsoft.com/office/powerpoint/2019/9/main/command">
                <pc:docMk/>
                <pc:sldMk cId="1539557568" sldId="293"/>
                <pc2:cmMk id="{9F1A87AA-82CD-46F1-B595-E13819F44148}"/>
              </pc2:cmMkLst>
            </pc226:cmChg>
          </p:ext>
        </pc:extLst>
      </pc:sldChg>
    </pc:docChg>
  </pc:docChgLst>
  <pc:docChgLst>
    <pc:chgData name="leake@indiana.edu" userId="S::urn:spo:guest#leake@indiana.edu::" providerId="AD" clId="Web-{0635BF41-8E81-B3BB-97FF-ABB5F55FB8C6}"/>
    <pc:docChg chg="modSld">
      <pc:chgData name="leake@indiana.edu" userId="S::urn:spo:guest#leake@indiana.edu::" providerId="AD" clId="Web-{0635BF41-8E81-B3BB-97FF-ABB5F55FB8C6}" dt="2024-06-30T21:15:58.970" v="90" actId="20577"/>
      <pc:docMkLst>
        <pc:docMk/>
      </pc:docMkLst>
      <pc:sldChg chg="modSp">
        <pc:chgData name="leake@indiana.edu" userId="S::urn:spo:guest#leake@indiana.edu::" providerId="AD" clId="Web-{0635BF41-8E81-B3BB-97FF-ABB5F55FB8C6}" dt="2024-06-30T21:12:20.176" v="71" actId="20577"/>
        <pc:sldMkLst>
          <pc:docMk/>
          <pc:sldMk cId="1416125810" sldId="263"/>
        </pc:sldMkLst>
        <pc:spChg chg="mod">
          <ac:chgData name="leake@indiana.edu" userId="S::urn:spo:guest#leake@indiana.edu::" providerId="AD" clId="Web-{0635BF41-8E81-B3BB-97FF-ABB5F55FB8C6}" dt="2024-06-30T21:12:20.176" v="71" actId="20577"/>
          <ac:spMkLst>
            <pc:docMk/>
            <pc:sldMk cId="1416125810" sldId="263"/>
            <ac:spMk id="3" creationId="{A0AC570C-59FD-F598-D9D7-6E71C0013C97}"/>
          </ac:spMkLst>
        </pc:spChg>
      </pc:sldChg>
      <pc:sldChg chg="modSp modCm">
        <pc:chgData name="leake@indiana.edu" userId="S::urn:spo:guest#leake@indiana.edu::" providerId="AD" clId="Web-{0635BF41-8E81-B3BB-97FF-ABB5F55FB8C6}" dt="2024-06-30T21:15:58.970" v="90" actId="20577"/>
        <pc:sldMkLst>
          <pc:docMk/>
          <pc:sldMk cId="169548117" sldId="270"/>
        </pc:sldMkLst>
        <pc:spChg chg="mod">
          <ac:chgData name="leake@indiana.edu" userId="S::urn:spo:guest#leake@indiana.edu::" providerId="AD" clId="Web-{0635BF41-8E81-B3BB-97FF-ABB5F55FB8C6}" dt="2024-06-30T21:15:58.970" v="90" actId="20577"/>
          <ac:spMkLst>
            <pc:docMk/>
            <pc:sldMk cId="169548117" sldId="270"/>
            <ac:spMk id="2" creationId="{7AD303C7-9EDE-D859-5CA7-BF786516E74D}"/>
          </ac:spMkLst>
        </pc:spChg>
        <pc:extLst>
          <p:ext xmlns:p="http://schemas.openxmlformats.org/presentationml/2006/main" uri="{D6D511B9-2390-475A-947B-AFAB55BFBCF1}">
            <pc226:cmChg xmlns:pc226="http://schemas.microsoft.com/office/powerpoint/2022/06/main/command" chg="mod">
              <pc226:chgData name="leake@indiana.edu" userId="S::urn:spo:guest#leake@indiana.edu::" providerId="AD" clId="Web-{0635BF41-8E81-B3BB-97FF-ABB5F55FB8C6}" dt="2024-06-30T21:15:58.970" v="89" actId="20577"/>
              <pc2:cmMkLst xmlns:pc2="http://schemas.microsoft.com/office/powerpoint/2019/9/main/command">
                <pc:docMk/>
                <pc:sldMk cId="169548117" sldId="270"/>
                <pc2:cmMk id="{ECD3FC88-6DF5-4E0D-B415-F78CF8680A38}"/>
              </pc2:cmMkLst>
            </pc226:cmChg>
          </p:ext>
        </pc:extLst>
      </pc:sldChg>
      <pc:sldChg chg="modSp">
        <pc:chgData name="leake@indiana.edu" userId="S::urn:spo:guest#leake@indiana.edu::" providerId="AD" clId="Web-{0635BF41-8E81-B3BB-97FF-ABB5F55FB8C6}" dt="2024-06-30T21:10:37.904" v="58" actId="20577"/>
        <pc:sldMkLst>
          <pc:docMk/>
          <pc:sldMk cId="4243348653" sldId="296"/>
        </pc:sldMkLst>
        <pc:spChg chg="mod">
          <ac:chgData name="leake@indiana.edu" userId="S::urn:spo:guest#leake@indiana.edu::" providerId="AD" clId="Web-{0635BF41-8E81-B3BB-97FF-ABB5F55FB8C6}" dt="2024-06-30T21:10:37.904" v="58" actId="20577"/>
          <ac:spMkLst>
            <pc:docMk/>
            <pc:sldMk cId="4243348653" sldId="296"/>
            <ac:spMk id="3" creationId="{E76D1ACD-812E-23E7-3E16-803D7FEA2D40}"/>
          </ac:spMkLst>
        </pc:spChg>
      </pc:sldChg>
    </pc:docChg>
  </pc:docChgLst>
  <pc:docChgLst>
    <pc:chgData name="leake@indiana.edu" userId="S::urn:spo:guest#leake@indiana.edu::" providerId="AD" clId="Web-{9A95F54E-BA3E-66F9-A4D1-0E659430FEEB}"/>
    <pc:docChg chg="addSld modSld">
      <pc:chgData name="leake@indiana.edu" userId="S::urn:spo:guest#leake@indiana.edu::" providerId="AD" clId="Web-{9A95F54E-BA3E-66F9-A4D1-0E659430FEEB}" dt="2024-06-19T20:33:28.251" v="533" actId="20577"/>
      <pc:docMkLst>
        <pc:docMk/>
      </pc:docMkLst>
      <pc:sldChg chg="addSp delSp modSp">
        <pc:chgData name="leake@indiana.edu" userId="S::urn:spo:guest#leake@indiana.edu::" providerId="AD" clId="Web-{9A95F54E-BA3E-66F9-A4D1-0E659430FEEB}" dt="2024-06-19T20:13:06.037" v="247" actId="14100"/>
        <pc:sldMkLst>
          <pc:docMk/>
          <pc:sldMk cId="4198021123" sldId="256"/>
        </pc:sldMkLst>
        <pc:spChg chg="mod">
          <ac:chgData name="leake@indiana.edu" userId="S::urn:spo:guest#leake@indiana.edu::" providerId="AD" clId="Web-{9A95F54E-BA3E-66F9-A4D1-0E659430FEEB}" dt="2024-06-19T20:11:39.363" v="244" actId="20577"/>
          <ac:spMkLst>
            <pc:docMk/>
            <pc:sldMk cId="4198021123" sldId="256"/>
            <ac:spMk id="2" creationId="{724D0FDB-D98F-C76E-065F-8BB24E61F102}"/>
          </ac:spMkLst>
        </pc:spChg>
        <pc:spChg chg="mod">
          <ac:chgData name="leake@indiana.edu" userId="S::urn:spo:guest#leake@indiana.edu::" providerId="AD" clId="Web-{9A95F54E-BA3E-66F9-A4D1-0E659430FEEB}" dt="2024-06-19T20:11:25.238" v="242" actId="14100"/>
          <ac:spMkLst>
            <pc:docMk/>
            <pc:sldMk cId="4198021123" sldId="256"/>
            <ac:spMk id="3" creationId="{56FCDA19-506F-86CE-4481-C4328F97B51C}"/>
          </ac:spMkLst>
        </pc:spChg>
        <pc:spChg chg="del">
          <ac:chgData name="leake@indiana.edu" userId="S::urn:spo:guest#leake@indiana.edu::" providerId="AD" clId="Web-{9A95F54E-BA3E-66F9-A4D1-0E659430FEEB}" dt="2024-06-19T20:10:19.299" v="233"/>
          <ac:spMkLst>
            <pc:docMk/>
            <pc:sldMk cId="4198021123" sldId="256"/>
            <ac:spMk id="20" creationId="{B089A89A-1E9C-4761-9DFF-53C275FBF870}"/>
          </ac:spMkLst>
        </pc:spChg>
        <pc:spChg chg="add del">
          <ac:chgData name="leake@indiana.edu" userId="S::urn:spo:guest#leake@indiana.edu::" providerId="AD" clId="Web-{9A95F54E-BA3E-66F9-A4D1-0E659430FEEB}" dt="2024-06-19T20:10:23.643" v="234"/>
          <ac:spMkLst>
            <pc:docMk/>
            <pc:sldMk cId="4198021123" sldId="256"/>
            <ac:spMk id="22" creationId="{19C9EAEA-39D0-4B0E-A0EB-51E7B26740B1}"/>
          </ac:spMkLst>
        </pc:spChg>
        <pc:picChg chg="mod">
          <ac:chgData name="leake@indiana.edu" userId="S::urn:spo:guest#leake@indiana.edu::" providerId="AD" clId="Web-{9A95F54E-BA3E-66F9-A4D1-0E659430FEEB}" dt="2024-06-19T20:10:28.002" v="235" actId="1076"/>
          <ac:picMkLst>
            <pc:docMk/>
            <pc:sldMk cId="4198021123" sldId="256"/>
            <ac:picMk id="4" creationId="{3526ADCC-36D8-30CC-A685-CBC5E4D100B3}"/>
          </ac:picMkLst>
        </pc:picChg>
        <pc:picChg chg="add mod">
          <ac:chgData name="leake@indiana.edu" userId="S::urn:spo:guest#leake@indiana.edu::" providerId="AD" clId="Web-{9A95F54E-BA3E-66F9-A4D1-0E659430FEEB}" dt="2024-06-19T20:13:06.037" v="247" actId="14100"/>
          <ac:picMkLst>
            <pc:docMk/>
            <pc:sldMk cId="4198021123" sldId="256"/>
            <ac:picMk id="5" creationId="{F4A25337-2BC3-E844-D2BA-6332990DE750}"/>
          </ac:picMkLst>
        </pc:picChg>
        <pc:picChg chg="mod">
          <ac:chgData name="leake@indiana.edu" userId="S::urn:spo:guest#leake@indiana.edu::" providerId="AD" clId="Web-{9A95F54E-BA3E-66F9-A4D1-0E659430FEEB}" dt="2024-06-19T20:10:33.674" v="236" actId="1076"/>
          <ac:picMkLst>
            <pc:docMk/>
            <pc:sldMk cId="4198021123" sldId="256"/>
            <ac:picMk id="6" creationId="{B341A4DA-4A37-19D6-682F-410DF514AE3E}"/>
          </ac:picMkLst>
        </pc:picChg>
      </pc:sldChg>
      <pc:sldChg chg="modSp">
        <pc:chgData name="leake@indiana.edu" userId="S::urn:spo:guest#leake@indiana.edu::" providerId="AD" clId="Web-{9A95F54E-BA3E-66F9-A4D1-0E659430FEEB}" dt="2024-06-19T20:14:35.727" v="257" actId="20577"/>
        <pc:sldMkLst>
          <pc:docMk/>
          <pc:sldMk cId="1764297785" sldId="257"/>
        </pc:sldMkLst>
        <pc:spChg chg="mod">
          <ac:chgData name="leake@indiana.edu" userId="S::urn:spo:guest#leake@indiana.edu::" providerId="AD" clId="Web-{9A95F54E-BA3E-66F9-A4D1-0E659430FEEB}" dt="2024-06-19T20:14:23.414" v="252" actId="20577"/>
          <ac:spMkLst>
            <pc:docMk/>
            <pc:sldMk cId="1764297785" sldId="257"/>
            <ac:spMk id="2" creationId="{C70CDB3D-43EB-46BB-ED81-0B056C3EFEC2}"/>
          </ac:spMkLst>
        </pc:spChg>
        <pc:spChg chg="mod">
          <ac:chgData name="leake@indiana.edu" userId="S::urn:spo:guest#leake@indiana.edu::" providerId="AD" clId="Web-{9A95F54E-BA3E-66F9-A4D1-0E659430FEEB}" dt="2024-06-19T20:14:35.727" v="257" actId="20577"/>
          <ac:spMkLst>
            <pc:docMk/>
            <pc:sldMk cId="1764297785" sldId="257"/>
            <ac:spMk id="3" creationId="{E43479D2-6FC0-3B58-708F-DC2A9E85AEC7}"/>
          </ac:spMkLst>
        </pc:spChg>
      </pc:sldChg>
      <pc:sldChg chg="addCm">
        <pc:chgData name="leake@indiana.edu" userId="S::urn:spo:guest#leake@indiana.edu::" providerId="AD" clId="Web-{9A95F54E-BA3E-66F9-A4D1-0E659430FEEB}" dt="2024-06-19T20:18:21.200" v="297"/>
        <pc:sldMkLst>
          <pc:docMk/>
          <pc:sldMk cId="2590686842" sldId="258"/>
        </pc:sldMkLst>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A95F54E-BA3E-66F9-A4D1-0E659430FEEB}" dt="2024-06-19T20:18:21.200" v="297"/>
              <pc2:cmMkLst xmlns:pc2="http://schemas.microsoft.com/office/powerpoint/2019/9/main/command">
                <pc:docMk/>
                <pc:sldMk cId="2590686842" sldId="258"/>
                <pc2:cmMk id="{86027EB9-5DAE-43BA-94DF-DB44B1E1F24B}"/>
              </pc2:cmMkLst>
            </pc226:cmChg>
          </p:ext>
        </pc:extLst>
      </pc:sldChg>
      <pc:sldChg chg="modSp">
        <pc:chgData name="leake@indiana.edu" userId="S::urn:spo:guest#leake@indiana.edu::" providerId="AD" clId="Web-{9A95F54E-BA3E-66F9-A4D1-0E659430FEEB}" dt="2024-06-19T20:25:59.929" v="393" actId="20577"/>
        <pc:sldMkLst>
          <pc:docMk/>
          <pc:sldMk cId="659677053" sldId="261"/>
        </pc:sldMkLst>
        <pc:spChg chg="mod">
          <ac:chgData name="leake@indiana.edu" userId="S::urn:spo:guest#leake@indiana.edu::" providerId="AD" clId="Web-{9A95F54E-BA3E-66F9-A4D1-0E659430FEEB}" dt="2024-06-19T20:23:40.254" v="332" actId="20577"/>
          <ac:spMkLst>
            <pc:docMk/>
            <pc:sldMk cId="659677053" sldId="261"/>
            <ac:spMk id="2" creationId="{8BE3AB48-45DA-634B-C185-CD9624595C24}"/>
          </ac:spMkLst>
        </pc:spChg>
        <pc:spChg chg="mod">
          <ac:chgData name="leake@indiana.edu" userId="S::urn:spo:guest#leake@indiana.edu::" providerId="AD" clId="Web-{9A95F54E-BA3E-66F9-A4D1-0E659430FEEB}" dt="2024-06-19T20:25:59.929" v="393" actId="20577"/>
          <ac:spMkLst>
            <pc:docMk/>
            <pc:sldMk cId="659677053" sldId="261"/>
            <ac:spMk id="3" creationId="{6692C307-72F3-9303-68E8-0A7DA74C6BCA}"/>
          </ac:spMkLst>
        </pc:spChg>
      </pc:sldChg>
      <pc:sldChg chg="modSp addCm modCm">
        <pc:chgData name="leake@indiana.edu" userId="S::urn:spo:guest#leake@indiana.edu::" providerId="AD" clId="Web-{9A95F54E-BA3E-66F9-A4D1-0E659430FEEB}" dt="2024-06-19T20:31:17.529" v="495" actId="20577"/>
        <pc:sldMkLst>
          <pc:docMk/>
          <pc:sldMk cId="2281576576" sldId="262"/>
        </pc:sldMkLst>
        <pc:spChg chg="mod">
          <ac:chgData name="leake@indiana.edu" userId="S::urn:spo:guest#leake@indiana.edu::" providerId="AD" clId="Web-{9A95F54E-BA3E-66F9-A4D1-0E659430FEEB}" dt="2024-06-19T20:26:37.398" v="400" actId="20577"/>
          <ac:spMkLst>
            <pc:docMk/>
            <pc:sldMk cId="2281576576" sldId="262"/>
            <ac:spMk id="2" creationId="{8BE3AB48-45DA-634B-C185-CD9624595C24}"/>
          </ac:spMkLst>
        </pc:spChg>
        <pc:spChg chg="mod">
          <ac:chgData name="leake@indiana.edu" userId="S::urn:spo:guest#leake@indiana.edu::" providerId="AD" clId="Web-{9A95F54E-BA3E-66F9-A4D1-0E659430FEEB}" dt="2024-06-19T20:31:17.529" v="495" actId="20577"/>
          <ac:spMkLst>
            <pc:docMk/>
            <pc:sldMk cId="2281576576" sldId="262"/>
            <ac:spMk id="3" creationId="{6692C307-72F3-9303-68E8-0A7DA74C6BCA}"/>
          </ac:spMkLst>
        </pc:spChg>
        <pc:extLst>
          <p:ext xmlns:p="http://schemas.openxmlformats.org/presentationml/2006/main" uri="{D6D511B9-2390-475A-947B-AFAB55BFBCF1}">
            <pc226:cmChg xmlns:pc226="http://schemas.microsoft.com/office/powerpoint/2022/06/main/command" chg="add mod">
              <pc226:chgData name="leake@indiana.edu" userId="S::urn:spo:guest#leake@indiana.edu::" providerId="AD" clId="Web-{9A95F54E-BA3E-66F9-A4D1-0E659430FEEB}" dt="2024-06-19T20:31:17.529" v="495" actId="20577"/>
              <pc2:cmMkLst xmlns:pc2="http://schemas.microsoft.com/office/powerpoint/2019/9/main/command">
                <pc:docMk/>
                <pc:sldMk cId="2281576576" sldId="262"/>
                <pc2:cmMk id="{4AD70651-AC46-4970-86D2-B4AA05545D8E}"/>
              </pc2:cmMkLst>
            </pc226:cmChg>
          </p:ext>
        </pc:extLst>
      </pc:sldChg>
      <pc:sldChg chg="modSp">
        <pc:chgData name="leake@indiana.edu" userId="S::urn:spo:guest#leake@indiana.edu::" providerId="AD" clId="Web-{9A95F54E-BA3E-66F9-A4D1-0E659430FEEB}" dt="2024-06-19T20:33:28.251" v="533" actId="20577"/>
        <pc:sldMkLst>
          <pc:docMk/>
          <pc:sldMk cId="1416125810" sldId="263"/>
        </pc:sldMkLst>
        <pc:spChg chg="mod">
          <ac:chgData name="leake@indiana.edu" userId="S::urn:spo:guest#leake@indiana.edu::" providerId="AD" clId="Web-{9A95F54E-BA3E-66F9-A4D1-0E659430FEEB}" dt="2024-06-19T20:33:28.251" v="533" actId="20577"/>
          <ac:spMkLst>
            <pc:docMk/>
            <pc:sldMk cId="1416125810" sldId="263"/>
            <ac:spMk id="3" creationId="{A0AC570C-59FD-F598-D9D7-6E71C0013C97}"/>
          </ac:spMkLst>
        </pc:spChg>
      </pc:sldChg>
      <pc:sldChg chg="modSp addCm">
        <pc:chgData name="leake@indiana.edu" userId="S::urn:spo:guest#leake@indiana.edu::" providerId="AD" clId="Web-{9A95F54E-BA3E-66F9-A4D1-0E659430FEEB}" dt="2024-06-19T19:02:10.568" v="64" actId="20577"/>
        <pc:sldMkLst>
          <pc:docMk/>
          <pc:sldMk cId="2541881691" sldId="275"/>
        </pc:sldMkLst>
        <pc:spChg chg="mod">
          <ac:chgData name="leake@indiana.edu" userId="S::urn:spo:guest#leake@indiana.edu::" providerId="AD" clId="Web-{9A95F54E-BA3E-66F9-A4D1-0E659430FEEB}" dt="2024-06-19T19:02:10.568" v="64" actId="20577"/>
          <ac:spMkLst>
            <pc:docMk/>
            <pc:sldMk cId="2541881691" sldId="275"/>
            <ac:spMk id="2" creationId="{FA787EF3-8BC4-EE17-93CD-955985D945AA}"/>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A95F54E-BA3E-66F9-A4D1-0E659430FEEB}" dt="2024-06-19T19:01:52.193" v="63"/>
              <pc2:cmMkLst xmlns:pc2="http://schemas.microsoft.com/office/powerpoint/2019/9/main/command">
                <pc:docMk/>
                <pc:sldMk cId="2541881691" sldId="275"/>
                <pc2:cmMk id="{DB36D90B-2987-4EA5-A487-6A9D218BFEFE}"/>
              </pc2:cmMkLst>
            </pc226:cmChg>
          </p:ext>
        </pc:extLst>
      </pc:sldChg>
      <pc:sldChg chg="modSp">
        <pc:chgData name="leake@indiana.edu" userId="S::urn:spo:guest#leake@indiana.edu::" providerId="AD" clId="Web-{9A95F54E-BA3E-66F9-A4D1-0E659430FEEB}" dt="2024-06-19T19:04:06.880" v="73" actId="20577"/>
        <pc:sldMkLst>
          <pc:docMk/>
          <pc:sldMk cId="3881168703" sldId="276"/>
        </pc:sldMkLst>
        <pc:spChg chg="mod">
          <ac:chgData name="leake@indiana.edu" userId="S::urn:spo:guest#leake@indiana.edu::" providerId="AD" clId="Web-{9A95F54E-BA3E-66F9-A4D1-0E659430FEEB}" dt="2024-06-19T19:04:06.880" v="73" actId="20577"/>
          <ac:spMkLst>
            <pc:docMk/>
            <pc:sldMk cId="3881168703" sldId="276"/>
            <ac:spMk id="2" creationId="{FA787EF3-8BC4-EE17-93CD-955985D945AA}"/>
          </ac:spMkLst>
        </pc:spChg>
      </pc:sldChg>
      <pc:sldChg chg="modSp modCm">
        <pc:chgData name="leake@indiana.edu" userId="S::urn:spo:guest#leake@indiana.edu::" providerId="AD" clId="Web-{9A95F54E-BA3E-66F9-A4D1-0E659430FEEB}" dt="2024-06-19T18:58:43.444" v="55" actId="20577"/>
        <pc:sldMkLst>
          <pc:docMk/>
          <pc:sldMk cId="1318958884" sldId="277"/>
        </pc:sldMkLst>
        <pc:spChg chg="mod">
          <ac:chgData name="leake@indiana.edu" userId="S::urn:spo:guest#leake@indiana.edu::" providerId="AD" clId="Web-{9A95F54E-BA3E-66F9-A4D1-0E659430FEEB}" dt="2024-06-19T18:58:43.444" v="55" actId="20577"/>
          <ac:spMkLst>
            <pc:docMk/>
            <pc:sldMk cId="1318958884" sldId="277"/>
            <ac:spMk id="3" creationId="{A6CBBF7C-0D01-AA6B-FF12-DF969E8ABBF3}"/>
          </ac:spMkLst>
        </pc:spChg>
        <pc:extLst>
          <p:ext xmlns:p="http://schemas.openxmlformats.org/presentationml/2006/main" uri="{D6D511B9-2390-475A-947B-AFAB55BFBCF1}">
            <pc226:cmChg xmlns:pc226="http://schemas.microsoft.com/office/powerpoint/2022/06/main/command" chg="mod">
              <pc226:chgData name="leake@indiana.edu" userId="S::urn:spo:guest#leake@indiana.edu::" providerId="AD" clId="Web-{9A95F54E-BA3E-66F9-A4D1-0E659430FEEB}" dt="2024-06-19T18:58:40.507" v="54" actId="20577"/>
              <pc2:cmMkLst xmlns:pc2="http://schemas.microsoft.com/office/powerpoint/2019/9/main/command">
                <pc:docMk/>
                <pc:sldMk cId="1318958884" sldId="277"/>
                <pc2:cmMk id="{9ABBDAA9-30DD-49FE-9E51-981AC49D93BE}"/>
              </pc2:cmMkLst>
            </pc226:cmChg>
          </p:ext>
        </pc:extLst>
      </pc:sldChg>
      <pc:sldChg chg="modSp addCm modCm">
        <pc:chgData name="leake@indiana.edu" userId="S::urn:spo:guest#leake@indiana.edu::" providerId="AD" clId="Web-{9A95F54E-BA3E-66F9-A4D1-0E659430FEEB}" dt="2024-06-19T19:07:49.207" v="114" actId="20577"/>
        <pc:sldMkLst>
          <pc:docMk/>
          <pc:sldMk cId="1716170550" sldId="278"/>
        </pc:sldMkLst>
        <pc:spChg chg="mod">
          <ac:chgData name="leake@indiana.edu" userId="S::urn:spo:guest#leake@indiana.edu::" providerId="AD" clId="Web-{9A95F54E-BA3E-66F9-A4D1-0E659430FEEB}" dt="2024-06-19T19:07:49.207" v="114" actId="20577"/>
          <ac:spMkLst>
            <pc:docMk/>
            <pc:sldMk cId="1716170550" sldId="278"/>
            <ac:spMk id="3" creationId="{B351E047-98EA-8F92-41DE-39FE3821AAE9}"/>
          </ac:spMkLst>
        </pc:spChg>
        <pc:extLst>
          <p:ext xmlns:p="http://schemas.openxmlformats.org/presentationml/2006/main" uri="{D6D511B9-2390-475A-947B-AFAB55BFBCF1}">
            <pc226:cmChg xmlns:pc226="http://schemas.microsoft.com/office/powerpoint/2022/06/main/command" chg="add mod">
              <pc226:chgData name="leake@indiana.edu" userId="S::urn:spo:guest#leake@indiana.edu::" providerId="AD" clId="Web-{9A95F54E-BA3E-66F9-A4D1-0E659430FEEB}" dt="2024-06-19T19:07:45.301" v="113" actId="20577"/>
              <pc2:cmMkLst xmlns:pc2="http://schemas.microsoft.com/office/powerpoint/2019/9/main/command">
                <pc:docMk/>
                <pc:sldMk cId="1716170550" sldId="278"/>
                <pc2:cmMk id="{780364D9-D54E-41AF-9D22-5C1503570A8A}"/>
              </pc2:cmMkLst>
            </pc226:cmChg>
          </p:ext>
        </pc:extLst>
      </pc:sldChg>
      <pc:sldChg chg="modSp">
        <pc:chgData name="leake@indiana.edu" userId="S::urn:spo:guest#leake@indiana.edu::" providerId="AD" clId="Web-{9A95F54E-BA3E-66F9-A4D1-0E659430FEEB}" dt="2024-06-19T19:04:29.458" v="77" actId="20577"/>
        <pc:sldMkLst>
          <pc:docMk/>
          <pc:sldMk cId="276476231" sldId="279"/>
        </pc:sldMkLst>
        <pc:spChg chg="mod">
          <ac:chgData name="leake@indiana.edu" userId="S::urn:spo:guest#leake@indiana.edu::" providerId="AD" clId="Web-{9A95F54E-BA3E-66F9-A4D1-0E659430FEEB}" dt="2024-06-19T19:04:29.458" v="77" actId="20577"/>
          <ac:spMkLst>
            <pc:docMk/>
            <pc:sldMk cId="276476231" sldId="279"/>
            <ac:spMk id="2" creationId="{FA787EF3-8BC4-EE17-93CD-955985D945AA}"/>
          </ac:spMkLst>
        </pc:spChg>
      </pc:sldChg>
      <pc:sldChg chg="modSp addCm modCm">
        <pc:chgData name="leake@indiana.edu" userId="S::urn:spo:guest#leake@indiana.edu::" providerId="AD" clId="Web-{9A95F54E-BA3E-66F9-A4D1-0E659430FEEB}" dt="2024-06-19T19:19:19.829" v="125" actId="20577"/>
        <pc:sldMkLst>
          <pc:docMk/>
          <pc:sldMk cId="1629162292" sldId="280"/>
        </pc:sldMkLst>
        <pc:spChg chg="mod">
          <ac:chgData name="leake@indiana.edu" userId="S::urn:spo:guest#leake@indiana.edu::" providerId="AD" clId="Web-{9A95F54E-BA3E-66F9-A4D1-0E659430FEEB}" dt="2024-06-19T19:19:19.829" v="125" actId="20577"/>
          <ac:spMkLst>
            <pc:docMk/>
            <pc:sldMk cId="1629162292" sldId="280"/>
            <ac:spMk id="3" creationId="{2B8BFA15-5D0A-4F09-2F9C-7678D7856C7C}"/>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A95F54E-BA3E-66F9-A4D1-0E659430FEEB}" dt="2024-06-19T19:19:09.032" v="124"/>
              <pc2:cmMkLst xmlns:pc2="http://schemas.microsoft.com/office/powerpoint/2019/9/main/command">
                <pc:docMk/>
                <pc:sldMk cId="1629162292" sldId="280"/>
                <pc2:cmMk id="{A77045B4-6E68-4B59-8E17-4CB86BD09A49}"/>
              </pc2:cmMkLst>
            </pc226:cmChg>
            <pc226:cmChg xmlns:pc226="http://schemas.microsoft.com/office/powerpoint/2022/06/main/command" chg="mod">
              <pc226:chgData name="leake@indiana.edu" userId="S::urn:spo:guest#leake@indiana.edu::" providerId="AD" clId="Web-{9A95F54E-BA3E-66F9-A4D1-0E659430FEEB}" dt="2024-06-19T19:17:56.611" v="123" actId="20577"/>
              <pc2:cmMkLst xmlns:pc2="http://schemas.microsoft.com/office/powerpoint/2019/9/main/command">
                <pc:docMk/>
                <pc:sldMk cId="1629162292" sldId="280"/>
                <pc2:cmMk id="{56550DE3-04DC-49F0-8DE6-480E4D9A29F9}"/>
              </pc2:cmMkLst>
            </pc226:cmChg>
          </p:ext>
        </pc:extLst>
      </pc:sldChg>
      <pc:sldChg chg="modSp">
        <pc:chgData name="leake@indiana.edu" userId="S::urn:spo:guest#leake@indiana.edu::" providerId="AD" clId="Web-{9A95F54E-BA3E-66F9-A4D1-0E659430FEEB}" dt="2024-06-19T19:20:03.110" v="128" actId="20577"/>
        <pc:sldMkLst>
          <pc:docMk/>
          <pc:sldMk cId="4176753681" sldId="281"/>
        </pc:sldMkLst>
        <pc:spChg chg="mod">
          <ac:chgData name="leake@indiana.edu" userId="S::urn:spo:guest#leake@indiana.edu::" providerId="AD" clId="Web-{9A95F54E-BA3E-66F9-A4D1-0E659430FEEB}" dt="2024-06-19T19:20:03.110" v="128" actId="20577"/>
          <ac:spMkLst>
            <pc:docMk/>
            <pc:sldMk cId="4176753681" sldId="281"/>
            <ac:spMk id="3" creationId="{509E713F-3104-7E12-62AB-41D35B56FA5F}"/>
          </ac:spMkLst>
        </pc:spChg>
      </pc:sldChg>
      <pc:sldChg chg="modSp">
        <pc:chgData name="leake@indiana.edu" userId="S::urn:spo:guest#leake@indiana.edu::" providerId="AD" clId="Web-{9A95F54E-BA3E-66F9-A4D1-0E659430FEEB}" dt="2024-06-19T20:17:42.199" v="296" actId="20577"/>
        <pc:sldMkLst>
          <pc:docMk/>
          <pc:sldMk cId="2988885124" sldId="282"/>
        </pc:sldMkLst>
        <pc:spChg chg="mod">
          <ac:chgData name="leake@indiana.edu" userId="S::urn:spo:guest#leake@indiana.edu::" providerId="AD" clId="Web-{9A95F54E-BA3E-66F9-A4D1-0E659430FEEB}" dt="2024-06-19T20:17:42.199" v="296" actId="20577"/>
          <ac:spMkLst>
            <pc:docMk/>
            <pc:sldMk cId="2988885124" sldId="282"/>
            <ac:spMk id="3" creationId="{A823B790-F88A-AB08-1449-79335E3F3D2B}"/>
          </ac:spMkLst>
        </pc:spChg>
      </pc:sldChg>
      <pc:sldChg chg="modSp addCm modCm">
        <pc:chgData name="leake@indiana.edu" userId="S::urn:spo:guest#leake@indiana.edu::" providerId="AD" clId="Web-{9A95F54E-BA3E-66F9-A4D1-0E659430FEEB}" dt="2024-06-19T19:33:03.216" v="163" actId="20577"/>
        <pc:sldMkLst>
          <pc:docMk/>
          <pc:sldMk cId="1272162176" sldId="284"/>
        </pc:sldMkLst>
        <pc:spChg chg="mod">
          <ac:chgData name="leake@indiana.edu" userId="S::urn:spo:guest#leake@indiana.edu::" providerId="AD" clId="Web-{9A95F54E-BA3E-66F9-A4D1-0E659430FEEB}" dt="2024-06-19T19:33:03.216" v="163" actId="20577"/>
          <ac:spMkLst>
            <pc:docMk/>
            <pc:sldMk cId="1272162176" sldId="284"/>
            <ac:spMk id="3" creationId="{72BF38D7-0601-861D-DEAE-8AE173ECAD26}"/>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A95F54E-BA3E-66F9-A4D1-0E659430FEEB}" dt="2024-06-19T19:21:02.625" v="129"/>
              <pc2:cmMkLst xmlns:pc2="http://schemas.microsoft.com/office/powerpoint/2019/9/main/command">
                <pc:docMk/>
                <pc:sldMk cId="1272162176" sldId="284"/>
                <pc2:cmMk id="{47CBD4C6-5E74-4529-AFDC-418259BE5E0C}"/>
              </pc2:cmMkLst>
            </pc226:cmChg>
            <pc226:cmChg xmlns:pc226="http://schemas.microsoft.com/office/powerpoint/2022/06/main/command" chg="mod">
              <pc226:chgData name="leake@indiana.edu" userId="S::urn:spo:guest#leake@indiana.edu::" providerId="AD" clId="Web-{9A95F54E-BA3E-66F9-A4D1-0E659430FEEB}" dt="2024-06-19T19:22:36.453" v="162" actId="20577"/>
              <pc2:cmMkLst xmlns:pc2="http://schemas.microsoft.com/office/powerpoint/2019/9/main/command">
                <pc:docMk/>
                <pc:sldMk cId="1272162176" sldId="284"/>
                <pc2:cmMk id="{896213D1-8CC9-4297-ACE1-CB807FE76F1D}"/>
              </pc2:cmMkLst>
            </pc226:cmChg>
          </p:ext>
        </pc:extLst>
      </pc:sldChg>
      <pc:sldChg chg="modSp modCm">
        <pc:chgData name="leake@indiana.edu" userId="S::urn:spo:guest#leake@indiana.edu::" providerId="AD" clId="Web-{9A95F54E-BA3E-66F9-A4D1-0E659430FEEB}" dt="2024-06-19T19:35:34.637" v="188" actId="20577"/>
        <pc:sldMkLst>
          <pc:docMk/>
          <pc:sldMk cId="4189702568" sldId="286"/>
        </pc:sldMkLst>
        <pc:spChg chg="mod">
          <ac:chgData name="leake@indiana.edu" userId="S::urn:spo:guest#leake@indiana.edu::" providerId="AD" clId="Web-{9A95F54E-BA3E-66F9-A4D1-0E659430FEEB}" dt="2024-06-19T19:34:00.934" v="168" actId="20577"/>
          <ac:spMkLst>
            <pc:docMk/>
            <pc:sldMk cId="4189702568" sldId="286"/>
            <ac:spMk id="2" creationId="{EE88C16B-13C5-46EF-BAFA-64FF364E3F33}"/>
          </ac:spMkLst>
        </pc:spChg>
        <pc:spChg chg="mod">
          <ac:chgData name="leake@indiana.edu" userId="S::urn:spo:guest#leake@indiana.edu::" providerId="AD" clId="Web-{9A95F54E-BA3E-66F9-A4D1-0E659430FEEB}" dt="2024-06-19T19:35:34.637" v="188" actId="20577"/>
          <ac:spMkLst>
            <pc:docMk/>
            <pc:sldMk cId="4189702568" sldId="286"/>
            <ac:spMk id="3" creationId="{CA48DD96-8FAD-0753-B659-E0A67368D194}"/>
          </ac:spMkLst>
        </pc:spChg>
        <pc:extLst>
          <p:ext xmlns:p="http://schemas.openxmlformats.org/presentationml/2006/main" uri="{D6D511B9-2390-475A-947B-AFAB55BFBCF1}">
            <pc226:cmChg xmlns:pc226="http://schemas.microsoft.com/office/powerpoint/2022/06/main/command" chg="mod">
              <pc226:chgData name="leake@indiana.edu" userId="S::urn:spo:guest#leake@indiana.edu::" providerId="AD" clId="Web-{9A95F54E-BA3E-66F9-A4D1-0E659430FEEB}" dt="2024-06-19T19:35:31.543" v="187"/>
              <pc2:cmMkLst xmlns:pc2="http://schemas.microsoft.com/office/powerpoint/2019/9/main/command">
                <pc:docMk/>
                <pc:sldMk cId="4189702568" sldId="286"/>
                <pc2:cmMk id="{84E055F7-913E-4FF0-87D9-2908B6FB9C9B}"/>
              </pc2:cmMkLst>
            </pc226:cmChg>
          </p:ext>
        </pc:extLst>
      </pc:sldChg>
      <pc:sldChg chg="modSp addCm">
        <pc:chgData name="leake@indiana.edu" userId="S::urn:spo:guest#leake@indiana.edu::" providerId="AD" clId="Web-{9A95F54E-BA3E-66F9-A4D1-0E659430FEEB}" dt="2024-06-19T19:41:59.495" v="223"/>
        <pc:sldMkLst>
          <pc:docMk/>
          <pc:sldMk cId="1131729627" sldId="287"/>
        </pc:sldMkLst>
        <pc:spChg chg="mod">
          <ac:chgData name="leake@indiana.edu" userId="S::urn:spo:guest#leake@indiana.edu::" providerId="AD" clId="Web-{9A95F54E-BA3E-66F9-A4D1-0E659430FEEB}" dt="2024-06-19T19:36:14.574" v="194" actId="20577"/>
          <ac:spMkLst>
            <pc:docMk/>
            <pc:sldMk cId="1131729627" sldId="287"/>
            <ac:spMk id="2" creationId="{C6A59F34-F45F-2F7E-B780-196CB2A8ED3B}"/>
          </ac:spMkLst>
        </pc:spChg>
        <pc:spChg chg="mod">
          <ac:chgData name="leake@indiana.edu" userId="S::urn:spo:guest#leake@indiana.edu::" providerId="AD" clId="Web-{9A95F54E-BA3E-66F9-A4D1-0E659430FEEB}" dt="2024-06-19T19:37:32.121" v="221" actId="20577"/>
          <ac:spMkLst>
            <pc:docMk/>
            <pc:sldMk cId="1131729627" sldId="287"/>
            <ac:spMk id="3" creationId="{31459710-AE46-48A4-E1A3-0176505BAAB0}"/>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A95F54E-BA3E-66F9-A4D1-0E659430FEEB}" dt="2024-06-19T19:41:59.495" v="223"/>
              <pc2:cmMkLst xmlns:pc2="http://schemas.microsoft.com/office/powerpoint/2019/9/main/command">
                <pc:docMk/>
                <pc:sldMk cId="1131729627" sldId="287"/>
                <pc2:cmMk id="{10E59932-DCFD-457C-B107-080BF9DA73FF}"/>
              </pc2:cmMkLst>
            </pc226:cmChg>
            <pc226:cmChg xmlns:pc226="http://schemas.microsoft.com/office/powerpoint/2022/06/main/command" chg="add">
              <pc226:chgData name="leake@indiana.edu" userId="S::urn:spo:guest#leake@indiana.edu::" providerId="AD" clId="Web-{9A95F54E-BA3E-66F9-A4D1-0E659430FEEB}" dt="2024-06-19T19:41:06.057" v="222"/>
              <pc2:cmMkLst xmlns:pc2="http://schemas.microsoft.com/office/powerpoint/2019/9/main/command">
                <pc:docMk/>
                <pc:sldMk cId="1131729627" sldId="287"/>
                <pc2:cmMk id="{05812196-EF49-4D65-97CB-D7800634461E}"/>
              </pc2:cmMkLst>
            </pc226:cmChg>
          </p:ext>
        </pc:extLst>
      </pc:sldChg>
      <pc:sldChg chg="modSp new">
        <pc:chgData name="leake@indiana.edu" userId="S::urn:spo:guest#leake@indiana.edu::" providerId="AD" clId="Web-{9A95F54E-BA3E-66F9-A4D1-0E659430FEEB}" dt="2024-06-19T20:16:02.244" v="276" actId="20577"/>
        <pc:sldMkLst>
          <pc:docMk/>
          <pc:sldMk cId="315975493" sldId="288"/>
        </pc:sldMkLst>
        <pc:spChg chg="mod">
          <ac:chgData name="leake@indiana.edu" userId="S::urn:spo:guest#leake@indiana.edu::" providerId="AD" clId="Web-{9A95F54E-BA3E-66F9-A4D1-0E659430FEEB}" dt="2024-06-19T20:16:02.244" v="276" actId="20577"/>
          <ac:spMkLst>
            <pc:docMk/>
            <pc:sldMk cId="315975493" sldId="288"/>
            <ac:spMk id="2" creationId="{4567BA96-4712-3745-B19F-AEF48910833F}"/>
          </ac:spMkLst>
        </pc:spChg>
      </pc:sldChg>
      <pc:sldChg chg="modSp new">
        <pc:chgData name="leake@indiana.edu" userId="S::urn:spo:guest#leake@indiana.edu::" providerId="AD" clId="Web-{9A95F54E-BA3E-66F9-A4D1-0E659430FEEB}" dt="2024-06-19T20:16:24.573" v="283" actId="20577"/>
        <pc:sldMkLst>
          <pc:docMk/>
          <pc:sldMk cId="1344788423" sldId="289"/>
        </pc:sldMkLst>
        <pc:spChg chg="mod">
          <ac:chgData name="leake@indiana.edu" userId="S::urn:spo:guest#leake@indiana.edu::" providerId="AD" clId="Web-{9A95F54E-BA3E-66F9-A4D1-0E659430FEEB}" dt="2024-06-19T20:16:24.573" v="283" actId="20577"/>
          <ac:spMkLst>
            <pc:docMk/>
            <pc:sldMk cId="1344788423" sldId="289"/>
            <ac:spMk id="2" creationId="{AAF28EF0-7272-A998-0B62-72FC39348082}"/>
          </ac:spMkLst>
        </pc:spChg>
      </pc:sldChg>
      <pc:sldChg chg="modSp new">
        <pc:chgData name="leake@indiana.edu" userId="S::urn:spo:guest#leake@indiana.edu::" providerId="AD" clId="Web-{9A95F54E-BA3E-66F9-A4D1-0E659430FEEB}" dt="2024-06-19T20:16:47.229" v="287" actId="20577"/>
        <pc:sldMkLst>
          <pc:docMk/>
          <pc:sldMk cId="3986679523" sldId="290"/>
        </pc:sldMkLst>
        <pc:spChg chg="mod">
          <ac:chgData name="leake@indiana.edu" userId="S::urn:spo:guest#leake@indiana.edu::" providerId="AD" clId="Web-{9A95F54E-BA3E-66F9-A4D1-0E659430FEEB}" dt="2024-06-19T20:16:47.229" v="287" actId="20577"/>
          <ac:spMkLst>
            <pc:docMk/>
            <pc:sldMk cId="3986679523" sldId="290"/>
            <ac:spMk id="2" creationId="{6DCFCA39-BCAA-02A8-0DD1-7582E5754C90}"/>
          </ac:spMkLst>
        </pc:spChg>
      </pc:sldChg>
    </pc:docChg>
  </pc:docChgLst>
  <pc:docChgLst>
    <pc:chgData name="leake@indiana.edu" userId="S::urn:spo:guest#leake@indiana.edu::" providerId="AD" clId="Web-{9FE6A8F9-1C1A-3F44-3D9A-42A8ED0612E6}"/>
    <pc:docChg chg="addSld modSld">
      <pc:chgData name="leake@indiana.edu" userId="S::urn:spo:guest#leake@indiana.edu::" providerId="AD" clId="Web-{9FE6A8F9-1C1A-3F44-3D9A-42A8ED0612E6}" dt="2024-06-20T19:24:56.585" v="797"/>
      <pc:docMkLst>
        <pc:docMk/>
      </pc:docMkLst>
      <pc:sldChg chg="modSp new addCm">
        <pc:chgData name="leake@indiana.edu" userId="S::urn:spo:guest#leake@indiana.edu::" providerId="AD" clId="Web-{9FE6A8F9-1C1A-3F44-3D9A-42A8ED0612E6}" dt="2024-06-20T19:24:56.585" v="797"/>
        <pc:sldMkLst>
          <pc:docMk/>
          <pc:sldMk cId="1229690806" sldId="291"/>
        </pc:sldMkLst>
        <pc:spChg chg="mod">
          <ac:chgData name="leake@indiana.edu" userId="S::urn:spo:guest#leake@indiana.edu::" providerId="AD" clId="Web-{9FE6A8F9-1C1A-3F44-3D9A-42A8ED0612E6}" dt="2024-06-20T19:05:22.536" v="13" actId="20577"/>
          <ac:spMkLst>
            <pc:docMk/>
            <pc:sldMk cId="1229690806" sldId="291"/>
            <ac:spMk id="2" creationId="{019B873F-8DED-C78D-C02F-540715F165D4}"/>
          </ac:spMkLst>
        </pc:spChg>
        <pc:spChg chg="mod">
          <ac:chgData name="leake@indiana.edu" userId="S::urn:spo:guest#leake@indiana.edu::" providerId="AD" clId="Web-{9FE6A8F9-1C1A-3F44-3D9A-42A8ED0612E6}" dt="2024-06-20T19:23:06.347" v="796" actId="20577"/>
          <ac:spMkLst>
            <pc:docMk/>
            <pc:sldMk cId="1229690806" sldId="291"/>
            <ac:spMk id="3" creationId="{E76D1ACD-812E-23E7-3E16-803D7FEA2D40}"/>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9FE6A8F9-1C1A-3F44-3D9A-42A8ED0612E6}" dt="2024-06-20T19:24:56.585" v="797"/>
              <pc2:cmMkLst xmlns:pc2="http://schemas.microsoft.com/office/powerpoint/2019/9/main/command">
                <pc:docMk/>
                <pc:sldMk cId="1229690806" sldId="291"/>
                <pc2:cmMk id="{D1FACD27-E34A-4A59-9CF2-1B5292E72666}"/>
              </pc2:cmMkLst>
            </pc226:cmChg>
          </p:ext>
        </pc:extLst>
      </pc:sldChg>
    </pc:docChg>
  </pc:docChgLst>
  <pc:docChgLst>
    <pc:chgData name="leake@indiana.edu" userId="S::urn:spo:guest#leake@indiana.edu::" providerId="AD" clId="Web-{CADD77DC-930C-4B91-7E38-682780FB1866}"/>
    <pc:docChg chg="modSld">
      <pc:chgData name="leake@indiana.edu" userId="S::urn:spo:guest#leake@indiana.edu::" providerId="AD" clId="Web-{CADD77DC-930C-4B91-7E38-682780FB1866}" dt="2024-06-29T21:55:45.949" v="101" actId="20577"/>
      <pc:docMkLst>
        <pc:docMk/>
      </pc:docMkLst>
      <pc:sldChg chg="modSp">
        <pc:chgData name="leake@indiana.edu" userId="S::urn:spo:guest#leake@indiana.edu::" providerId="AD" clId="Web-{CADD77DC-930C-4B91-7E38-682780FB1866}" dt="2024-06-29T21:10:41.085" v="33" actId="20577"/>
        <pc:sldMkLst>
          <pc:docMk/>
          <pc:sldMk cId="1764297785" sldId="257"/>
        </pc:sldMkLst>
        <pc:spChg chg="mod">
          <ac:chgData name="leake@indiana.edu" userId="S::urn:spo:guest#leake@indiana.edu::" providerId="AD" clId="Web-{CADD77DC-930C-4B91-7E38-682780FB1866}" dt="2024-06-29T21:10:41.085" v="33" actId="20577"/>
          <ac:spMkLst>
            <pc:docMk/>
            <pc:sldMk cId="1764297785" sldId="257"/>
            <ac:spMk id="3" creationId="{E43479D2-6FC0-3B58-708F-DC2A9E85AEC7}"/>
          </ac:spMkLst>
        </pc:spChg>
        <pc:picChg chg="mod">
          <ac:chgData name="leake@indiana.edu" userId="S::urn:spo:guest#leake@indiana.edu::" providerId="AD" clId="Web-{CADD77DC-930C-4B91-7E38-682780FB1866}" dt="2024-06-29T21:08:30.159" v="17" actId="14100"/>
          <ac:picMkLst>
            <pc:docMk/>
            <pc:sldMk cId="1764297785" sldId="257"/>
            <ac:picMk id="4" creationId="{94F1282E-1DB6-F931-C0DF-E7E848531B24}"/>
          </ac:picMkLst>
        </pc:picChg>
      </pc:sldChg>
      <pc:sldChg chg="modSp">
        <pc:chgData name="leake@indiana.edu" userId="S::urn:spo:guest#leake@indiana.edu::" providerId="AD" clId="Web-{CADD77DC-930C-4B91-7E38-682780FB1866}" dt="2024-06-29T21:12:27.120" v="63" actId="20577"/>
        <pc:sldMkLst>
          <pc:docMk/>
          <pc:sldMk cId="725056272" sldId="260"/>
        </pc:sldMkLst>
        <pc:spChg chg="mod">
          <ac:chgData name="leake@indiana.edu" userId="S::urn:spo:guest#leake@indiana.edu::" providerId="AD" clId="Web-{CADD77DC-930C-4B91-7E38-682780FB1866}" dt="2024-06-29T21:12:27.120" v="63" actId="20577"/>
          <ac:spMkLst>
            <pc:docMk/>
            <pc:sldMk cId="725056272" sldId="260"/>
            <ac:spMk id="2" creationId="{6349E650-E665-ACFA-B823-F276C3A3D93E}"/>
          </ac:spMkLst>
        </pc:spChg>
      </pc:sldChg>
      <pc:sldChg chg="modSp">
        <pc:chgData name="leake@indiana.edu" userId="S::urn:spo:guest#leake@indiana.edu::" providerId="AD" clId="Web-{CADD77DC-930C-4B91-7E38-682780FB1866}" dt="2024-06-29T21:55:45.949" v="101" actId="20577"/>
        <pc:sldMkLst>
          <pc:docMk/>
          <pc:sldMk cId="659677053" sldId="261"/>
        </pc:sldMkLst>
        <pc:spChg chg="mod">
          <ac:chgData name="leake@indiana.edu" userId="S::urn:spo:guest#leake@indiana.edu::" providerId="AD" clId="Web-{CADD77DC-930C-4B91-7E38-682780FB1866}" dt="2024-06-29T21:54:06.845" v="84" actId="20577"/>
          <ac:spMkLst>
            <pc:docMk/>
            <pc:sldMk cId="659677053" sldId="261"/>
            <ac:spMk id="2" creationId="{8BE3AB48-45DA-634B-C185-CD9624595C24}"/>
          </ac:spMkLst>
        </pc:spChg>
        <pc:spChg chg="mod">
          <ac:chgData name="leake@indiana.edu" userId="S::urn:spo:guest#leake@indiana.edu::" providerId="AD" clId="Web-{CADD77DC-930C-4B91-7E38-682780FB1866}" dt="2024-06-29T21:55:45.949" v="101" actId="20577"/>
          <ac:spMkLst>
            <pc:docMk/>
            <pc:sldMk cId="659677053" sldId="261"/>
            <ac:spMk id="3" creationId="{6692C307-72F3-9303-68E8-0A7DA74C6BCA}"/>
          </ac:spMkLst>
        </pc:spChg>
      </pc:sldChg>
    </pc:docChg>
  </pc:docChgLst>
  <pc:docChgLst>
    <pc:chgData name="leake@indiana.edu" userId="S::urn:spo:guest#leake@indiana.edu::" providerId="AD" clId="Web-{6AB8A65E-1E16-FAF9-ABCC-F0B329719017}"/>
    <pc:docChg chg="mod modSld">
      <pc:chgData name="leake@indiana.edu" userId="S::urn:spo:guest#leake@indiana.edu::" providerId="AD" clId="Web-{6AB8A65E-1E16-FAF9-ABCC-F0B329719017}" dt="2024-06-11T01:46:33.077" v="151" actId="20577"/>
      <pc:docMkLst>
        <pc:docMk/>
      </pc:docMkLst>
      <pc:sldChg chg="modSp">
        <pc:chgData name="leake@indiana.edu" userId="S::urn:spo:guest#leake@indiana.edu::" providerId="AD" clId="Web-{6AB8A65E-1E16-FAF9-ABCC-F0B329719017}" dt="2024-06-11T00:18:37.200" v="12" actId="1076"/>
        <pc:sldMkLst>
          <pc:docMk/>
          <pc:sldMk cId="4198021123" sldId="256"/>
        </pc:sldMkLst>
        <pc:spChg chg="mod">
          <ac:chgData name="leake@indiana.edu" userId="S::urn:spo:guest#leake@indiana.edu::" providerId="AD" clId="Web-{6AB8A65E-1E16-FAF9-ABCC-F0B329719017}" dt="2024-06-11T00:18:22.371" v="11" actId="1076"/>
          <ac:spMkLst>
            <pc:docMk/>
            <pc:sldMk cId="4198021123" sldId="256"/>
            <ac:spMk id="2" creationId="{724D0FDB-D98F-C76E-065F-8BB24E61F102}"/>
          </ac:spMkLst>
        </pc:spChg>
        <pc:spChg chg="mod">
          <ac:chgData name="leake@indiana.edu" userId="S::urn:spo:guest#leake@indiana.edu::" providerId="AD" clId="Web-{6AB8A65E-1E16-FAF9-ABCC-F0B329719017}" dt="2024-06-11T00:18:37.200" v="12" actId="1076"/>
          <ac:spMkLst>
            <pc:docMk/>
            <pc:sldMk cId="4198021123" sldId="256"/>
            <ac:spMk id="3" creationId="{56FCDA19-506F-86CE-4481-C4328F97B51C}"/>
          </ac:spMkLst>
        </pc:spChg>
        <pc:picChg chg="mod">
          <ac:chgData name="leake@indiana.edu" userId="S::urn:spo:guest#leake@indiana.edu::" providerId="AD" clId="Web-{6AB8A65E-1E16-FAF9-ABCC-F0B329719017}" dt="2024-06-11T00:17:15.931" v="7" actId="14100"/>
          <ac:picMkLst>
            <pc:docMk/>
            <pc:sldMk cId="4198021123" sldId="256"/>
            <ac:picMk id="4" creationId="{3526ADCC-36D8-30CC-A685-CBC5E4D100B3}"/>
          </ac:picMkLst>
        </pc:picChg>
        <pc:picChg chg="mod">
          <ac:chgData name="leake@indiana.edu" userId="S::urn:spo:guest#leake@indiana.edu::" providerId="AD" clId="Web-{6AB8A65E-1E16-FAF9-ABCC-F0B329719017}" dt="2024-06-11T00:17:31.119" v="8" actId="1076"/>
          <ac:picMkLst>
            <pc:docMk/>
            <pc:sldMk cId="4198021123" sldId="256"/>
            <ac:picMk id="6" creationId="{B341A4DA-4A37-19D6-682F-410DF514AE3E}"/>
          </ac:picMkLst>
        </pc:picChg>
      </pc:sldChg>
      <pc:sldChg chg="modSp">
        <pc:chgData name="leake@indiana.edu" userId="S::urn:spo:guest#leake@indiana.edu::" providerId="AD" clId="Web-{6AB8A65E-1E16-FAF9-ABCC-F0B329719017}" dt="2024-06-11T00:23:21.616" v="67" actId="20577"/>
        <pc:sldMkLst>
          <pc:docMk/>
          <pc:sldMk cId="1764297785" sldId="257"/>
        </pc:sldMkLst>
        <pc:spChg chg="mod">
          <ac:chgData name="leake@indiana.edu" userId="S::urn:spo:guest#leake@indiana.edu::" providerId="AD" clId="Web-{6AB8A65E-1E16-FAF9-ABCC-F0B329719017}" dt="2024-06-11T00:23:21.616" v="67" actId="20577"/>
          <ac:spMkLst>
            <pc:docMk/>
            <pc:sldMk cId="1764297785" sldId="257"/>
            <ac:spMk id="3" creationId="{E43479D2-6FC0-3B58-708F-DC2A9E85AEC7}"/>
          </ac:spMkLst>
        </pc:spChg>
      </pc:sldChg>
      <pc:sldChg chg="modSp addCm">
        <pc:chgData name="leake@indiana.edu" userId="S::urn:spo:guest#leake@indiana.edu::" providerId="AD" clId="Web-{6AB8A65E-1E16-FAF9-ABCC-F0B329719017}" dt="2024-06-11T00:50:22.435" v="103"/>
        <pc:sldMkLst>
          <pc:docMk/>
          <pc:sldMk cId="725056272" sldId="260"/>
        </pc:sldMkLst>
        <pc:spChg chg="mod">
          <ac:chgData name="leake@indiana.edu" userId="S::urn:spo:guest#leake@indiana.edu::" providerId="AD" clId="Web-{6AB8A65E-1E16-FAF9-ABCC-F0B329719017}" dt="2024-06-11T00:48:27.775" v="85" actId="20577"/>
          <ac:spMkLst>
            <pc:docMk/>
            <pc:sldMk cId="725056272" sldId="260"/>
            <ac:spMk id="2" creationId="{6349E650-E665-ACFA-B823-F276C3A3D93E}"/>
          </ac:spMkLst>
        </pc:spChg>
        <pc:spChg chg="mod">
          <ac:chgData name="leake@indiana.edu" userId="S::urn:spo:guest#leake@indiana.edu::" providerId="AD" clId="Web-{6AB8A65E-1E16-FAF9-ABCC-F0B329719017}" dt="2024-06-11T00:49:13.199" v="101" actId="20577"/>
          <ac:spMkLst>
            <pc:docMk/>
            <pc:sldMk cId="725056272" sldId="260"/>
            <ac:spMk id="3" creationId="{490A32AE-09AF-697F-37D8-D39DC76818DB}"/>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6AB8A65E-1E16-FAF9-ABCC-F0B329719017}" dt="2024-06-11T00:50:22.435" v="103"/>
              <pc2:cmMkLst xmlns:pc2="http://schemas.microsoft.com/office/powerpoint/2019/9/main/command">
                <pc:docMk/>
                <pc:sldMk cId="725056272" sldId="260"/>
                <pc2:cmMk id="{22511B4F-0375-4A85-9DD5-29E0319AE67D}"/>
              </pc2:cmMkLst>
            </pc226:cmChg>
          </p:ext>
        </pc:extLst>
      </pc:sldChg>
      <pc:sldChg chg="modSp">
        <pc:chgData name="leake@indiana.edu" userId="S::urn:spo:guest#leake@indiana.edu::" providerId="AD" clId="Web-{6AB8A65E-1E16-FAF9-ABCC-F0B329719017}" dt="2024-06-11T01:45:33.950" v="147" actId="20577"/>
        <pc:sldMkLst>
          <pc:docMk/>
          <pc:sldMk cId="659677053" sldId="261"/>
        </pc:sldMkLst>
        <pc:spChg chg="mod">
          <ac:chgData name="leake@indiana.edu" userId="S::urn:spo:guest#leake@indiana.edu::" providerId="AD" clId="Web-{6AB8A65E-1E16-FAF9-ABCC-F0B329719017}" dt="2024-06-11T01:41:49.832" v="107" actId="20577"/>
          <ac:spMkLst>
            <pc:docMk/>
            <pc:sldMk cId="659677053" sldId="261"/>
            <ac:spMk id="2" creationId="{8BE3AB48-45DA-634B-C185-CD9624595C24}"/>
          </ac:spMkLst>
        </pc:spChg>
        <pc:spChg chg="mod">
          <ac:chgData name="leake@indiana.edu" userId="S::urn:spo:guest#leake@indiana.edu::" providerId="AD" clId="Web-{6AB8A65E-1E16-FAF9-ABCC-F0B329719017}" dt="2024-06-11T01:45:33.950" v="147" actId="20577"/>
          <ac:spMkLst>
            <pc:docMk/>
            <pc:sldMk cId="659677053" sldId="261"/>
            <ac:spMk id="3" creationId="{6692C307-72F3-9303-68E8-0A7DA74C6BCA}"/>
          </ac:spMkLst>
        </pc:spChg>
      </pc:sldChg>
      <pc:sldChg chg="modSp">
        <pc:chgData name="leake@indiana.edu" userId="S::urn:spo:guest#leake@indiana.edu::" providerId="AD" clId="Web-{6AB8A65E-1E16-FAF9-ABCC-F0B329719017}" dt="2024-06-11T01:46:33.077" v="151" actId="20577"/>
        <pc:sldMkLst>
          <pc:docMk/>
          <pc:sldMk cId="2281576576" sldId="262"/>
        </pc:sldMkLst>
        <pc:spChg chg="mod">
          <ac:chgData name="leake@indiana.edu" userId="S::urn:spo:guest#leake@indiana.edu::" providerId="AD" clId="Web-{6AB8A65E-1E16-FAF9-ABCC-F0B329719017}" dt="2024-06-11T01:46:33.077" v="151" actId="20577"/>
          <ac:spMkLst>
            <pc:docMk/>
            <pc:sldMk cId="2281576576" sldId="262"/>
            <ac:spMk id="2" creationId="{8BE3AB48-45DA-634B-C185-CD9624595C24}"/>
          </ac:spMkLst>
        </pc:spChg>
      </pc:sldChg>
      <pc:sldChg chg="modSp">
        <pc:chgData name="leake@indiana.edu" userId="S::urn:spo:guest#leake@indiana.edu::" providerId="AD" clId="Web-{6AB8A65E-1E16-FAF9-ABCC-F0B329719017}" dt="2024-06-11T00:40:40.230" v="79" actId="20577"/>
        <pc:sldMkLst>
          <pc:docMk/>
          <pc:sldMk cId="2988885124" sldId="282"/>
        </pc:sldMkLst>
        <pc:spChg chg="mod">
          <ac:chgData name="leake@indiana.edu" userId="S::urn:spo:guest#leake@indiana.edu::" providerId="AD" clId="Web-{6AB8A65E-1E16-FAF9-ABCC-F0B329719017}" dt="2024-06-11T00:40:40.230" v="79" actId="20577"/>
          <ac:spMkLst>
            <pc:docMk/>
            <pc:sldMk cId="2988885124" sldId="282"/>
            <ac:spMk id="3" creationId="{A823B790-F88A-AB08-1449-79335E3F3D2B}"/>
          </ac:spMkLst>
        </pc:spChg>
      </pc:sldChg>
    </pc:docChg>
  </pc:docChgLst>
  <pc:docChgLst>
    <pc:chgData name="Ye, Xiaomeng" userId="S::xye@berry.edu::e9dfea23-315e-4458-a3dd-dbb675ea709b" providerId="AD" clId="Web-{9259324F-FC96-7A22-37F0-37CA839D4864}"/>
    <pc:docChg chg="addSld delSld modSld">
      <pc:chgData name="Ye, Xiaomeng" userId="S::xye@berry.edu::e9dfea23-315e-4458-a3dd-dbb675ea709b" providerId="AD" clId="Web-{9259324F-FC96-7A22-37F0-37CA839D4864}" dt="2024-05-27T12:29:11.837" v="4157" actId="20577"/>
      <pc:docMkLst>
        <pc:docMk/>
      </pc:docMkLst>
      <pc:sldChg chg="addSp delSp modSp new mod setBg">
        <pc:chgData name="Ye, Xiaomeng" userId="S::xye@berry.edu::e9dfea23-315e-4458-a3dd-dbb675ea709b" providerId="AD" clId="Web-{9259324F-FC96-7A22-37F0-37CA839D4864}" dt="2024-05-27T01:10:31.691" v="18"/>
        <pc:sldMkLst>
          <pc:docMk/>
          <pc:sldMk cId="4198021123" sldId="256"/>
        </pc:sldMkLst>
        <pc:spChg chg="mod">
          <ac:chgData name="Ye, Xiaomeng" userId="S::xye@berry.edu::e9dfea23-315e-4458-a3dd-dbb675ea709b" providerId="AD" clId="Web-{9259324F-FC96-7A22-37F0-37CA839D4864}" dt="2024-05-27T01:10:31.691" v="18"/>
          <ac:spMkLst>
            <pc:docMk/>
            <pc:sldMk cId="4198021123" sldId="256"/>
            <ac:spMk id="2" creationId="{724D0FDB-D98F-C76E-065F-8BB24E61F102}"/>
          </ac:spMkLst>
        </pc:spChg>
        <pc:spChg chg="mod">
          <ac:chgData name="Ye, Xiaomeng" userId="S::xye@berry.edu::e9dfea23-315e-4458-a3dd-dbb675ea709b" providerId="AD" clId="Web-{9259324F-FC96-7A22-37F0-37CA839D4864}" dt="2024-05-27T01:10:31.691" v="18"/>
          <ac:spMkLst>
            <pc:docMk/>
            <pc:sldMk cId="4198021123" sldId="256"/>
            <ac:spMk id="3" creationId="{56FCDA19-506F-86CE-4481-C4328F97B51C}"/>
          </ac:spMkLst>
        </pc:spChg>
        <pc:spChg chg="add">
          <ac:chgData name="Ye, Xiaomeng" userId="S::xye@berry.edu::e9dfea23-315e-4458-a3dd-dbb675ea709b" providerId="AD" clId="Web-{9259324F-FC96-7A22-37F0-37CA839D4864}" dt="2024-05-27T01:10:31.691" v="18"/>
          <ac:spMkLst>
            <pc:docMk/>
            <pc:sldMk cId="4198021123" sldId="256"/>
            <ac:spMk id="11" creationId="{E18F6E8B-15ED-43C7-94BA-91549A651C73}"/>
          </ac:spMkLst>
        </pc:spChg>
        <pc:spChg chg="add">
          <ac:chgData name="Ye, Xiaomeng" userId="S::xye@berry.edu::e9dfea23-315e-4458-a3dd-dbb675ea709b" providerId="AD" clId="Web-{9259324F-FC96-7A22-37F0-37CA839D4864}" dt="2024-05-27T01:10:31.691" v="18"/>
          <ac:spMkLst>
            <pc:docMk/>
            <pc:sldMk cId="4198021123" sldId="256"/>
            <ac:spMk id="18" creationId="{B81933D1-5615-42C7-9C0B-4EB7105CCE2D}"/>
          </ac:spMkLst>
        </pc:spChg>
        <pc:spChg chg="add">
          <ac:chgData name="Ye, Xiaomeng" userId="S::xye@berry.edu::e9dfea23-315e-4458-a3dd-dbb675ea709b" providerId="AD" clId="Web-{9259324F-FC96-7A22-37F0-37CA839D4864}" dt="2024-05-27T01:10:31.691" v="18"/>
          <ac:spMkLst>
            <pc:docMk/>
            <pc:sldMk cId="4198021123" sldId="256"/>
            <ac:spMk id="20" creationId="{B089A89A-1E9C-4761-9DFF-53C275FBF870}"/>
          </ac:spMkLst>
        </pc:spChg>
        <pc:spChg chg="add">
          <ac:chgData name="Ye, Xiaomeng" userId="S::xye@berry.edu::e9dfea23-315e-4458-a3dd-dbb675ea709b" providerId="AD" clId="Web-{9259324F-FC96-7A22-37F0-37CA839D4864}" dt="2024-05-27T01:10:31.691" v="18"/>
          <ac:spMkLst>
            <pc:docMk/>
            <pc:sldMk cId="4198021123" sldId="256"/>
            <ac:spMk id="22" creationId="{19C9EAEA-39D0-4B0E-A0EB-51E7B26740B1}"/>
          </ac:spMkLst>
        </pc:spChg>
        <pc:grpChg chg="add">
          <ac:chgData name="Ye, Xiaomeng" userId="S::xye@berry.edu::e9dfea23-315e-4458-a3dd-dbb675ea709b" providerId="AD" clId="Web-{9259324F-FC96-7A22-37F0-37CA839D4864}" dt="2024-05-27T01:10:31.691" v="18"/>
          <ac:grpSpMkLst>
            <pc:docMk/>
            <pc:sldMk cId="4198021123" sldId="256"/>
            <ac:grpSpMk id="13" creationId="{032D8612-31EB-44CF-A1D0-14FD4C705424}"/>
          </ac:grpSpMkLst>
        </pc:grpChg>
        <pc:picChg chg="add mod">
          <ac:chgData name="Ye, Xiaomeng" userId="S::xye@berry.edu::e9dfea23-315e-4458-a3dd-dbb675ea709b" providerId="AD" clId="Web-{9259324F-FC96-7A22-37F0-37CA839D4864}" dt="2024-05-27T01:10:31.691" v="18"/>
          <ac:picMkLst>
            <pc:docMk/>
            <pc:sldMk cId="4198021123" sldId="256"/>
            <ac:picMk id="4" creationId="{3526ADCC-36D8-30CC-A685-CBC5E4D100B3}"/>
          </ac:picMkLst>
        </pc:picChg>
        <pc:picChg chg="add del mod">
          <ac:chgData name="Ye, Xiaomeng" userId="S::xye@berry.edu::e9dfea23-315e-4458-a3dd-dbb675ea709b" providerId="AD" clId="Web-{9259324F-FC96-7A22-37F0-37CA839D4864}" dt="2024-05-27T01:09:33.658" v="13"/>
          <ac:picMkLst>
            <pc:docMk/>
            <pc:sldMk cId="4198021123" sldId="256"/>
            <ac:picMk id="5" creationId="{F798ACC4-1A5F-469F-3F3A-F509A1BCC31F}"/>
          </ac:picMkLst>
        </pc:picChg>
        <pc:picChg chg="add mod">
          <ac:chgData name="Ye, Xiaomeng" userId="S::xye@berry.edu::e9dfea23-315e-4458-a3dd-dbb675ea709b" providerId="AD" clId="Web-{9259324F-FC96-7A22-37F0-37CA839D4864}" dt="2024-05-27T01:10:31.691" v="18"/>
          <ac:picMkLst>
            <pc:docMk/>
            <pc:sldMk cId="4198021123" sldId="256"/>
            <ac:picMk id="6" creationId="{B341A4DA-4A37-19D6-682F-410DF514AE3E}"/>
          </ac:picMkLst>
        </pc:picChg>
      </pc:sldChg>
      <pc:sldChg chg="modSp new">
        <pc:chgData name="Ye, Xiaomeng" userId="S::xye@berry.edu::e9dfea23-315e-4458-a3dd-dbb675ea709b" providerId="AD" clId="Web-{9259324F-FC96-7A22-37F0-37CA839D4864}" dt="2024-05-27T08:12:39.362" v="1611" actId="20577"/>
        <pc:sldMkLst>
          <pc:docMk/>
          <pc:sldMk cId="1764297785" sldId="257"/>
        </pc:sldMkLst>
        <pc:spChg chg="mod">
          <ac:chgData name="Ye, Xiaomeng" userId="S::xye@berry.edu::e9dfea23-315e-4458-a3dd-dbb675ea709b" providerId="AD" clId="Web-{9259324F-FC96-7A22-37F0-37CA839D4864}" dt="2024-05-27T01:13:08.805" v="56" actId="20577"/>
          <ac:spMkLst>
            <pc:docMk/>
            <pc:sldMk cId="1764297785" sldId="257"/>
            <ac:spMk id="2" creationId="{C70CDB3D-43EB-46BB-ED81-0B056C3EFEC2}"/>
          </ac:spMkLst>
        </pc:spChg>
        <pc:spChg chg="mod">
          <ac:chgData name="Ye, Xiaomeng" userId="S::xye@berry.edu::e9dfea23-315e-4458-a3dd-dbb675ea709b" providerId="AD" clId="Web-{9259324F-FC96-7A22-37F0-37CA839D4864}" dt="2024-05-27T08:12:39.362" v="1611" actId="20577"/>
          <ac:spMkLst>
            <pc:docMk/>
            <pc:sldMk cId="1764297785" sldId="257"/>
            <ac:spMk id="3" creationId="{E43479D2-6FC0-3B58-708F-DC2A9E85AEC7}"/>
          </ac:spMkLst>
        </pc:spChg>
      </pc:sldChg>
      <pc:sldChg chg="addSp modSp new mod setBg">
        <pc:chgData name="Ye, Xiaomeng" userId="S::xye@berry.edu::e9dfea23-315e-4458-a3dd-dbb675ea709b" providerId="AD" clId="Web-{9259324F-FC96-7A22-37F0-37CA839D4864}" dt="2024-05-27T01:19:45.755" v="158" actId="20577"/>
        <pc:sldMkLst>
          <pc:docMk/>
          <pc:sldMk cId="2590686842" sldId="258"/>
        </pc:sldMkLst>
        <pc:spChg chg="mod">
          <ac:chgData name="Ye, Xiaomeng" userId="S::xye@berry.edu::e9dfea23-315e-4458-a3dd-dbb675ea709b" providerId="AD" clId="Web-{9259324F-FC96-7A22-37F0-37CA839D4864}" dt="2024-05-27T01:19:30.270" v="149"/>
          <ac:spMkLst>
            <pc:docMk/>
            <pc:sldMk cId="2590686842" sldId="258"/>
            <ac:spMk id="2" creationId="{EA6D68C6-C10F-55BE-A9FA-FD43F9A2B10A}"/>
          </ac:spMkLst>
        </pc:spChg>
        <pc:spChg chg="mod">
          <ac:chgData name="Ye, Xiaomeng" userId="S::xye@berry.edu::e9dfea23-315e-4458-a3dd-dbb675ea709b" providerId="AD" clId="Web-{9259324F-FC96-7A22-37F0-37CA839D4864}" dt="2024-05-27T01:19:45.755" v="158" actId="20577"/>
          <ac:spMkLst>
            <pc:docMk/>
            <pc:sldMk cId="2590686842" sldId="258"/>
            <ac:spMk id="3" creationId="{6C2846B4-7E65-EE07-6FE8-072AFEDFBDF3}"/>
          </ac:spMkLst>
        </pc:spChg>
        <pc:spChg chg="add">
          <ac:chgData name="Ye, Xiaomeng" userId="S::xye@berry.edu::e9dfea23-315e-4458-a3dd-dbb675ea709b" providerId="AD" clId="Web-{9259324F-FC96-7A22-37F0-37CA839D4864}" dt="2024-05-27T01:19:30.270" v="149"/>
          <ac:spMkLst>
            <pc:docMk/>
            <pc:sldMk cId="2590686842" sldId="258"/>
            <ac:spMk id="9" creationId="{2B97F24A-32CE-4C1C-A50D-3016B394DCFB}"/>
          </ac:spMkLst>
        </pc:spChg>
        <pc:spChg chg="add">
          <ac:chgData name="Ye, Xiaomeng" userId="S::xye@berry.edu::e9dfea23-315e-4458-a3dd-dbb675ea709b" providerId="AD" clId="Web-{9259324F-FC96-7A22-37F0-37CA839D4864}" dt="2024-05-27T01:19:30.270" v="149"/>
          <ac:spMkLst>
            <pc:docMk/>
            <pc:sldMk cId="2590686842" sldId="258"/>
            <ac:spMk id="11" creationId="{CD8B4F24-440B-49E9-B85D-733523DC064B}"/>
          </ac:spMkLst>
        </pc:spChg>
        <pc:picChg chg="add mod">
          <ac:chgData name="Ye, Xiaomeng" userId="S::xye@berry.edu::e9dfea23-315e-4458-a3dd-dbb675ea709b" providerId="AD" clId="Web-{9259324F-FC96-7A22-37F0-37CA839D4864}" dt="2024-05-27T01:19:30.270" v="149"/>
          <ac:picMkLst>
            <pc:docMk/>
            <pc:sldMk cId="2590686842" sldId="258"/>
            <ac:picMk id="4" creationId="{483E8872-1787-0ACC-8936-B59F42BA813C}"/>
          </ac:picMkLst>
        </pc:picChg>
      </pc:sldChg>
      <pc:sldChg chg="addSp modSp new add del mod setBg">
        <pc:chgData name="Ye, Xiaomeng" userId="S::xye@berry.edu::e9dfea23-315e-4458-a3dd-dbb675ea709b" providerId="AD" clId="Web-{9259324F-FC96-7A22-37F0-37CA839D4864}" dt="2024-05-27T01:57:29.717" v="1567" actId="20577"/>
        <pc:sldMkLst>
          <pc:docMk/>
          <pc:sldMk cId="2231896775" sldId="259"/>
        </pc:sldMkLst>
        <pc:spChg chg="mod">
          <ac:chgData name="Ye, Xiaomeng" userId="S::xye@berry.edu::e9dfea23-315e-4458-a3dd-dbb675ea709b" providerId="AD" clId="Web-{9259324F-FC96-7A22-37F0-37CA839D4864}" dt="2024-05-27T01:57:24.733" v="1564" actId="20577"/>
          <ac:spMkLst>
            <pc:docMk/>
            <pc:sldMk cId="2231896775" sldId="259"/>
            <ac:spMk id="2" creationId="{2D3575FE-FB0D-43A6-BA71-24BDDE2C1924}"/>
          </ac:spMkLst>
        </pc:spChg>
        <pc:spChg chg="mod ord">
          <ac:chgData name="Ye, Xiaomeng" userId="S::xye@berry.edu::e9dfea23-315e-4458-a3dd-dbb675ea709b" providerId="AD" clId="Web-{9259324F-FC96-7A22-37F0-37CA839D4864}" dt="2024-05-27T01:57:29.717" v="1567" actId="20577"/>
          <ac:spMkLst>
            <pc:docMk/>
            <pc:sldMk cId="2231896775" sldId="259"/>
            <ac:spMk id="3" creationId="{73137C07-2981-DA35-DCE3-9EAB21D06181}"/>
          </ac:spMkLst>
        </pc:spChg>
        <pc:spChg chg="add">
          <ac:chgData name="Ye, Xiaomeng" userId="S::xye@berry.edu::e9dfea23-315e-4458-a3dd-dbb675ea709b" providerId="AD" clId="Web-{9259324F-FC96-7A22-37F0-37CA839D4864}" dt="2024-05-27T01:34:01.048" v="444"/>
          <ac:spMkLst>
            <pc:docMk/>
            <pc:sldMk cId="2231896775" sldId="259"/>
            <ac:spMk id="9" creationId="{2EB492CD-616E-47F8-933B-5E2D952A0593}"/>
          </ac:spMkLst>
        </pc:spChg>
        <pc:spChg chg="add">
          <ac:chgData name="Ye, Xiaomeng" userId="S::xye@berry.edu::e9dfea23-315e-4458-a3dd-dbb675ea709b" providerId="AD" clId="Web-{9259324F-FC96-7A22-37F0-37CA839D4864}" dt="2024-05-27T01:34:01.048" v="444"/>
          <ac:spMkLst>
            <pc:docMk/>
            <pc:sldMk cId="2231896775" sldId="259"/>
            <ac:spMk id="11" creationId="{59383CF9-23B5-4335-9B21-1791C4CF1C75}"/>
          </ac:spMkLst>
        </pc:spChg>
        <pc:spChg chg="add">
          <ac:chgData name="Ye, Xiaomeng" userId="S::xye@berry.edu::e9dfea23-315e-4458-a3dd-dbb675ea709b" providerId="AD" clId="Web-{9259324F-FC96-7A22-37F0-37CA839D4864}" dt="2024-05-27T01:34:01.048" v="444"/>
          <ac:spMkLst>
            <pc:docMk/>
            <pc:sldMk cId="2231896775" sldId="259"/>
            <ac:spMk id="13" creationId="{0007FE00-9498-4706-B255-6437B0252C02}"/>
          </ac:spMkLst>
        </pc:spChg>
        <pc:picChg chg="add mod">
          <ac:chgData name="Ye, Xiaomeng" userId="S::xye@berry.edu::e9dfea23-315e-4458-a3dd-dbb675ea709b" providerId="AD" clId="Web-{9259324F-FC96-7A22-37F0-37CA839D4864}" dt="2024-05-27T01:34:01.048" v="444"/>
          <ac:picMkLst>
            <pc:docMk/>
            <pc:sldMk cId="2231896775" sldId="259"/>
            <ac:picMk id="4" creationId="{4E9BD69E-D65C-AF3B-FB5B-89AEAC13AC18}"/>
          </ac:picMkLst>
        </pc:picChg>
      </pc:sldChg>
      <pc:sldChg chg="modSp new">
        <pc:chgData name="Ye, Xiaomeng" userId="S::xye@berry.edu::e9dfea23-315e-4458-a3dd-dbb675ea709b" providerId="AD" clId="Web-{9259324F-FC96-7A22-37F0-37CA839D4864}" dt="2024-05-27T01:54:44.743" v="1521" actId="20577"/>
        <pc:sldMkLst>
          <pc:docMk/>
          <pc:sldMk cId="725056272" sldId="260"/>
        </pc:sldMkLst>
        <pc:spChg chg="mod">
          <ac:chgData name="Ye, Xiaomeng" userId="S::xye@berry.edu::e9dfea23-315e-4458-a3dd-dbb675ea709b" providerId="AD" clId="Web-{9259324F-FC96-7A22-37F0-37CA839D4864}" dt="2024-05-27T01:41:05.811" v="841" actId="20577"/>
          <ac:spMkLst>
            <pc:docMk/>
            <pc:sldMk cId="725056272" sldId="260"/>
            <ac:spMk id="2" creationId="{6349E650-E665-ACFA-B823-F276C3A3D93E}"/>
          </ac:spMkLst>
        </pc:spChg>
        <pc:spChg chg="mod">
          <ac:chgData name="Ye, Xiaomeng" userId="S::xye@berry.edu::e9dfea23-315e-4458-a3dd-dbb675ea709b" providerId="AD" clId="Web-{9259324F-FC96-7A22-37F0-37CA839D4864}" dt="2024-05-27T01:54:44.743" v="1521" actId="20577"/>
          <ac:spMkLst>
            <pc:docMk/>
            <pc:sldMk cId="725056272" sldId="260"/>
            <ac:spMk id="3" creationId="{490A32AE-09AF-697F-37D8-D39DC76818DB}"/>
          </ac:spMkLst>
        </pc:spChg>
      </pc:sldChg>
      <pc:sldChg chg="modSp new">
        <pc:chgData name="Ye, Xiaomeng" userId="S::xye@berry.edu::e9dfea23-315e-4458-a3dd-dbb675ea709b" providerId="AD" clId="Web-{9259324F-FC96-7A22-37F0-37CA839D4864}" dt="2024-05-27T01:54:33.759" v="1520" actId="20577"/>
        <pc:sldMkLst>
          <pc:docMk/>
          <pc:sldMk cId="659677053" sldId="261"/>
        </pc:sldMkLst>
        <pc:spChg chg="mod">
          <ac:chgData name="Ye, Xiaomeng" userId="S::xye@berry.edu::e9dfea23-315e-4458-a3dd-dbb675ea709b" providerId="AD" clId="Web-{9259324F-FC96-7A22-37F0-37CA839D4864}" dt="2024-05-27T01:41:01.186" v="840" actId="20577"/>
          <ac:spMkLst>
            <pc:docMk/>
            <pc:sldMk cId="659677053" sldId="261"/>
            <ac:spMk id="2" creationId="{8BE3AB48-45DA-634B-C185-CD9624595C24}"/>
          </ac:spMkLst>
        </pc:spChg>
        <pc:spChg chg="mod">
          <ac:chgData name="Ye, Xiaomeng" userId="S::xye@berry.edu::e9dfea23-315e-4458-a3dd-dbb675ea709b" providerId="AD" clId="Web-{9259324F-FC96-7A22-37F0-37CA839D4864}" dt="2024-05-27T01:54:33.759" v="1520" actId="20577"/>
          <ac:spMkLst>
            <pc:docMk/>
            <pc:sldMk cId="659677053" sldId="261"/>
            <ac:spMk id="3" creationId="{6692C307-72F3-9303-68E8-0A7DA74C6BCA}"/>
          </ac:spMkLst>
        </pc:spChg>
      </pc:sldChg>
      <pc:sldChg chg="modSp add replId">
        <pc:chgData name="Ye, Xiaomeng" userId="S::xye@berry.edu::e9dfea23-315e-4458-a3dd-dbb675ea709b" providerId="AD" clId="Web-{9259324F-FC96-7A22-37F0-37CA839D4864}" dt="2024-05-27T08:15:26.790" v="1706" actId="20577"/>
        <pc:sldMkLst>
          <pc:docMk/>
          <pc:sldMk cId="2281576576" sldId="262"/>
        </pc:sldMkLst>
        <pc:spChg chg="mod">
          <ac:chgData name="Ye, Xiaomeng" userId="S::xye@berry.edu::e9dfea23-315e-4458-a3dd-dbb675ea709b" providerId="AD" clId="Web-{9259324F-FC96-7A22-37F0-37CA839D4864}" dt="2024-05-27T08:13:21.660" v="1624" actId="20577"/>
          <ac:spMkLst>
            <pc:docMk/>
            <pc:sldMk cId="2281576576" sldId="262"/>
            <ac:spMk id="2" creationId="{8BE3AB48-45DA-634B-C185-CD9624595C24}"/>
          </ac:spMkLst>
        </pc:spChg>
        <pc:spChg chg="mod">
          <ac:chgData name="Ye, Xiaomeng" userId="S::xye@berry.edu::e9dfea23-315e-4458-a3dd-dbb675ea709b" providerId="AD" clId="Web-{9259324F-FC96-7A22-37F0-37CA839D4864}" dt="2024-05-27T08:15:26.790" v="1706" actId="20577"/>
          <ac:spMkLst>
            <pc:docMk/>
            <pc:sldMk cId="2281576576" sldId="262"/>
            <ac:spMk id="3" creationId="{6692C307-72F3-9303-68E8-0A7DA74C6BCA}"/>
          </ac:spMkLst>
        </pc:spChg>
      </pc:sldChg>
      <pc:sldChg chg="modSp new">
        <pc:chgData name="Ye, Xiaomeng" userId="S::xye@berry.edu::e9dfea23-315e-4458-a3dd-dbb675ea709b" providerId="AD" clId="Web-{9259324F-FC96-7A22-37F0-37CA839D4864}" dt="2024-05-27T01:54:09.805" v="1519" actId="20577"/>
        <pc:sldMkLst>
          <pc:docMk/>
          <pc:sldMk cId="1416125810" sldId="263"/>
        </pc:sldMkLst>
        <pc:spChg chg="mod">
          <ac:chgData name="Ye, Xiaomeng" userId="S::xye@berry.edu::e9dfea23-315e-4458-a3dd-dbb675ea709b" providerId="AD" clId="Web-{9259324F-FC96-7A22-37F0-37CA839D4864}" dt="2024-05-27T01:54:09.805" v="1519" actId="20577"/>
          <ac:spMkLst>
            <pc:docMk/>
            <pc:sldMk cId="1416125810" sldId="263"/>
            <ac:spMk id="2" creationId="{2C64E7E3-DC0A-836D-4298-7B948E17A1BF}"/>
          </ac:spMkLst>
        </pc:spChg>
        <pc:spChg chg="mod">
          <ac:chgData name="Ye, Xiaomeng" userId="S::xye@berry.edu::e9dfea23-315e-4458-a3dd-dbb675ea709b" providerId="AD" clId="Web-{9259324F-FC96-7A22-37F0-37CA839D4864}" dt="2024-05-27T01:53:56.476" v="1510" actId="20577"/>
          <ac:spMkLst>
            <pc:docMk/>
            <pc:sldMk cId="1416125810" sldId="263"/>
            <ac:spMk id="3" creationId="{A0AC570C-59FD-F598-D9D7-6E71C0013C97}"/>
          </ac:spMkLst>
        </pc:spChg>
      </pc:sldChg>
      <pc:sldChg chg="addSp modSp new">
        <pc:chgData name="Ye, Xiaomeng" userId="S::xye@berry.edu::e9dfea23-315e-4458-a3dd-dbb675ea709b" providerId="AD" clId="Web-{9259324F-FC96-7A22-37F0-37CA839D4864}" dt="2024-05-27T02:02:31.571" v="1607" actId="1076"/>
        <pc:sldMkLst>
          <pc:docMk/>
          <pc:sldMk cId="1945263603" sldId="264"/>
        </pc:sldMkLst>
        <pc:spChg chg="mod">
          <ac:chgData name="Ye, Xiaomeng" userId="S::xye@berry.edu::e9dfea23-315e-4458-a3dd-dbb675ea709b" providerId="AD" clId="Web-{9259324F-FC96-7A22-37F0-37CA839D4864}" dt="2024-05-27T02:00:39.129" v="1591" actId="20577"/>
          <ac:spMkLst>
            <pc:docMk/>
            <pc:sldMk cId="1945263603" sldId="264"/>
            <ac:spMk id="2" creationId="{7AD303C7-9EDE-D859-5CA7-BF786516E74D}"/>
          </ac:spMkLst>
        </pc:spChg>
        <pc:spChg chg="mod">
          <ac:chgData name="Ye, Xiaomeng" userId="S::xye@berry.edu::e9dfea23-315e-4458-a3dd-dbb675ea709b" providerId="AD" clId="Web-{9259324F-FC96-7A22-37F0-37CA839D4864}" dt="2024-05-27T02:01:26.584" v="1598" actId="20577"/>
          <ac:spMkLst>
            <pc:docMk/>
            <pc:sldMk cId="1945263603" sldId="264"/>
            <ac:spMk id="3" creationId="{1E5BAFB5-2DEC-130F-7C1E-D9A7FF655335}"/>
          </ac:spMkLst>
        </pc:spChg>
        <pc:picChg chg="add mod">
          <ac:chgData name="Ye, Xiaomeng" userId="S::xye@berry.edu::e9dfea23-315e-4458-a3dd-dbb675ea709b" providerId="AD" clId="Web-{9259324F-FC96-7A22-37F0-37CA839D4864}" dt="2024-05-27T02:02:31.571" v="1607" actId="1076"/>
          <ac:picMkLst>
            <pc:docMk/>
            <pc:sldMk cId="1945263603" sldId="264"/>
            <ac:picMk id="4" creationId="{96ED4E29-D246-3086-9DE2-60FAFD5B5D10}"/>
          </ac:picMkLst>
        </pc:picChg>
      </pc:sldChg>
      <pc:sldChg chg="addSp delSp modSp add replId">
        <pc:chgData name="Ye, Xiaomeng" userId="S::xye@berry.edu::e9dfea23-315e-4458-a3dd-dbb675ea709b" providerId="AD" clId="Web-{9259324F-FC96-7A22-37F0-37CA839D4864}" dt="2024-05-27T08:23:34.401" v="1747" actId="20577"/>
        <pc:sldMkLst>
          <pc:docMk/>
          <pc:sldMk cId="3848823059" sldId="265"/>
        </pc:sldMkLst>
        <pc:spChg chg="mod">
          <ac:chgData name="Ye, Xiaomeng" userId="S::xye@berry.edu::e9dfea23-315e-4458-a3dd-dbb675ea709b" providerId="AD" clId="Web-{9259324F-FC96-7A22-37F0-37CA839D4864}" dt="2024-05-27T08:23:34.401" v="1747" actId="20577"/>
          <ac:spMkLst>
            <pc:docMk/>
            <pc:sldMk cId="3848823059" sldId="265"/>
            <ac:spMk id="2" creationId="{7AD303C7-9EDE-D859-5CA7-BF786516E74D}"/>
          </ac:spMkLst>
        </pc:spChg>
        <pc:spChg chg="del">
          <ac:chgData name="Ye, Xiaomeng" userId="S::xye@berry.edu::e9dfea23-315e-4458-a3dd-dbb675ea709b" providerId="AD" clId="Web-{9259324F-FC96-7A22-37F0-37CA839D4864}" dt="2024-05-27T08:16:31.855" v="1708"/>
          <ac:spMkLst>
            <pc:docMk/>
            <pc:sldMk cId="3848823059" sldId="265"/>
            <ac:spMk id="3" creationId="{1E5BAFB5-2DEC-130F-7C1E-D9A7FF655335}"/>
          </ac:spMkLst>
        </pc:spChg>
        <pc:spChg chg="add mod">
          <ac:chgData name="Ye, Xiaomeng" userId="S::xye@berry.edu::e9dfea23-315e-4458-a3dd-dbb675ea709b" providerId="AD" clId="Web-{9259324F-FC96-7A22-37F0-37CA839D4864}" dt="2024-05-27T08:20:11.113" v="1741"/>
          <ac:spMkLst>
            <pc:docMk/>
            <pc:sldMk cId="3848823059" sldId="265"/>
            <ac:spMk id="5" creationId="{A8578D23-2EA0-3E0C-80AC-E9DC263D07E0}"/>
          </ac:spMkLst>
        </pc:spChg>
        <pc:picChg chg="mod">
          <ac:chgData name="Ye, Xiaomeng" userId="S::xye@berry.edu::e9dfea23-315e-4458-a3dd-dbb675ea709b" providerId="AD" clId="Web-{9259324F-FC96-7A22-37F0-37CA839D4864}" dt="2024-05-27T08:16:37.167" v="1709" actId="1076"/>
          <ac:picMkLst>
            <pc:docMk/>
            <pc:sldMk cId="3848823059" sldId="265"/>
            <ac:picMk id="4" creationId="{96ED4E29-D246-3086-9DE2-60FAFD5B5D10}"/>
          </ac:picMkLst>
        </pc:picChg>
      </pc:sldChg>
      <pc:sldChg chg="addSp modSp add replId">
        <pc:chgData name="Ye, Xiaomeng" userId="S::xye@berry.edu::e9dfea23-315e-4458-a3dd-dbb675ea709b" providerId="AD" clId="Web-{9259324F-FC96-7A22-37F0-37CA839D4864}" dt="2024-05-27T08:35:10.411" v="1971"/>
        <pc:sldMkLst>
          <pc:docMk/>
          <pc:sldMk cId="959618595" sldId="266"/>
        </pc:sldMkLst>
        <pc:spChg chg="mod">
          <ac:chgData name="Ye, Xiaomeng" userId="S::xye@berry.edu::e9dfea23-315e-4458-a3dd-dbb675ea709b" providerId="AD" clId="Web-{9259324F-FC96-7A22-37F0-37CA839D4864}" dt="2024-05-27T08:34:17.472" v="1965" actId="20577"/>
          <ac:spMkLst>
            <pc:docMk/>
            <pc:sldMk cId="959618595" sldId="266"/>
            <ac:spMk id="2" creationId="{7AD303C7-9EDE-D859-5CA7-BF786516E74D}"/>
          </ac:spMkLst>
        </pc:spChg>
        <pc:spChg chg="add mod">
          <ac:chgData name="Ye, Xiaomeng" userId="S::xye@berry.edu::e9dfea23-315e-4458-a3dd-dbb675ea709b" providerId="AD" clId="Web-{9259324F-FC96-7A22-37F0-37CA839D4864}" dt="2024-05-27T08:35:10.411" v="1971"/>
          <ac:spMkLst>
            <pc:docMk/>
            <pc:sldMk cId="959618595" sldId="266"/>
            <ac:spMk id="3" creationId="{E4666099-5034-A9F6-DB6A-3EB3D3A19868}"/>
          </ac:spMkLst>
        </pc:spChg>
      </pc:sldChg>
      <pc:sldChg chg="addSp modSp add replId">
        <pc:chgData name="Ye, Xiaomeng" userId="S::xye@berry.edu::e9dfea23-315e-4458-a3dd-dbb675ea709b" providerId="AD" clId="Web-{9259324F-FC96-7A22-37F0-37CA839D4864}" dt="2024-05-27T08:38:07.339" v="2017" actId="20577"/>
        <pc:sldMkLst>
          <pc:docMk/>
          <pc:sldMk cId="1657267016" sldId="267"/>
        </pc:sldMkLst>
        <pc:spChg chg="mod">
          <ac:chgData name="Ye, Xiaomeng" userId="S::xye@berry.edu::e9dfea23-315e-4458-a3dd-dbb675ea709b" providerId="AD" clId="Web-{9259324F-FC96-7A22-37F0-37CA839D4864}" dt="2024-05-27T08:38:07.339" v="2017" actId="20577"/>
          <ac:spMkLst>
            <pc:docMk/>
            <pc:sldMk cId="1657267016" sldId="267"/>
            <ac:spMk id="2" creationId="{7AD303C7-9EDE-D859-5CA7-BF786516E74D}"/>
          </ac:spMkLst>
        </pc:spChg>
        <pc:spChg chg="add mod">
          <ac:chgData name="Ye, Xiaomeng" userId="S::xye@berry.edu::e9dfea23-315e-4458-a3dd-dbb675ea709b" providerId="AD" clId="Web-{9259324F-FC96-7A22-37F0-37CA839D4864}" dt="2024-05-27T08:36:03.116" v="2006" actId="14100"/>
          <ac:spMkLst>
            <pc:docMk/>
            <pc:sldMk cId="1657267016" sldId="267"/>
            <ac:spMk id="5" creationId="{D1989F0F-BEF8-AF22-880F-623DAC0DE7F8}"/>
          </ac:spMkLst>
        </pc:spChg>
        <pc:picChg chg="add mod">
          <ac:chgData name="Ye, Xiaomeng" userId="S::xye@berry.edu::e9dfea23-315e-4458-a3dd-dbb675ea709b" providerId="AD" clId="Web-{9259324F-FC96-7A22-37F0-37CA839D4864}" dt="2024-05-27T08:37:49.573" v="2012" actId="14100"/>
          <ac:picMkLst>
            <pc:docMk/>
            <pc:sldMk cId="1657267016" sldId="267"/>
            <ac:picMk id="6" creationId="{5F039122-98FC-ABA1-AF86-798534CE0C80}"/>
          </ac:picMkLst>
        </pc:picChg>
      </pc:sldChg>
      <pc:sldChg chg="add del replId">
        <pc:chgData name="Ye, Xiaomeng" userId="S::xye@berry.edu::e9dfea23-315e-4458-a3dd-dbb675ea709b" providerId="AD" clId="Web-{9259324F-FC96-7A22-37F0-37CA839D4864}" dt="2024-05-27T08:40:53.033" v="2097"/>
        <pc:sldMkLst>
          <pc:docMk/>
          <pc:sldMk cId="840318151" sldId="268"/>
        </pc:sldMkLst>
      </pc:sldChg>
      <pc:sldChg chg="addSp delSp modSp add replId">
        <pc:chgData name="Ye, Xiaomeng" userId="S::xye@berry.edu::e9dfea23-315e-4458-a3dd-dbb675ea709b" providerId="AD" clId="Web-{9259324F-FC96-7A22-37F0-37CA839D4864}" dt="2024-05-27T08:24:25.794" v="1750"/>
        <pc:sldMkLst>
          <pc:docMk/>
          <pc:sldMk cId="1722546881" sldId="269"/>
        </pc:sldMkLst>
        <pc:spChg chg="add del">
          <ac:chgData name="Ye, Xiaomeng" userId="S::xye@berry.edu::e9dfea23-315e-4458-a3dd-dbb675ea709b" providerId="AD" clId="Web-{9259324F-FC96-7A22-37F0-37CA839D4864}" dt="2024-05-27T08:20:30.973" v="1743"/>
          <ac:spMkLst>
            <pc:docMk/>
            <pc:sldMk cId="1722546881" sldId="269"/>
            <ac:spMk id="3" creationId="{BF1265D5-C26D-8054-4994-758C35D36BF4}"/>
          </ac:spMkLst>
        </pc:spChg>
        <pc:spChg chg="add mod">
          <ac:chgData name="Ye, Xiaomeng" userId="S::xye@berry.edu::e9dfea23-315e-4458-a3dd-dbb675ea709b" providerId="AD" clId="Web-{9259324F-FC96-7A22-37F0-37CA839D4864}" dt="2024-05-27T08:23:46.636" v="1749" actId="14100"/>
          <ac:spMkLst>
            <pc:docMk/>
            <pc:sldMk cId="1722546881" sldId="269"/>
            <ac:spMk id="6" creationId="{A6B71509-A937-8053-A2A8-076C2F707624}"/>
          </ac:spMkLst>
        </pc:spChg>
        <pc:spChg chg="add">
          <ac:chgData name="Ye, Xiaomeng" userId="S::xye@berry.edu::e9dfea23-315e-4458-a3dd-dbb675ea709b" providerId="AD" clId="Web-{9259324F-FC96-7A22-37F0-37CA839D4864}" dt="2024-05-27T08:24:25.794" v="1750"/>
          <ac:spMkLst>
            <pc:docMk/>
            <pc:sldMk cId="1722546881" sldId="269"/>
            <ac:spMk id="8" creationId="{296E6EF5-8734-B35C-410C-C76849CCD49B}"/>
          </ac:spMkLst>
        </pc:spChg>
        <pc:picChg chg="mod">
          <ac:chgData name="Ye, Xiaomeng" userId="S::xye@berry.edu::e9dfea23-315e-4458-a3dd-dbb675ea709b" providerId="AD" clId="Web-{9259324F-FC96-7A22-37F0-37CA839D4864}" dt="2024-05-27T08:20:42.895" v="1746" actId="1076"/>
          <ac:picMkLst>
            <pc:docMk/>
            <pc:sldMk cId="1722546881" sldId="269"/>
            <ac:picMk id="4" creationId="{96ED4E29-D246-3086-9DE2-60FAFD5B5D10}"/>
          </ac:picMkLst>
        </pc:picChg>
      </pc:sldChg>
      <pc:sldChg chg="addSp delSp modSp add replId">
        <pc:chgData name="Ye, Xiaomeng" userId="S::xye@berry.edu::e9dfea23-315e-4458-a3dd-dbb675ea709b" providerId="AD" clId="Web-{9259324F-FC96-7A22-37F0-37CA839D4864}" dt="2024-05-27T08:32:58.281" v="1907"/>
        <pc:sldMkLst>
          <pc:docMk/>
          <pc:sldMk cId="169548117" sldId="270"/>
        </pc:sldMkLst>
        <pc:spChg chg="mod">
          <ac:chgData name="Ye, Xiaomeng" userId="S::xye@berry.edu::e9dfea23-315e-4458-a3dd-dbb675ea709b" providerId="AD" clId="Web-{9259324F-FC96-7A22-37F0-37CA839D4864}" dt="2024-05-27T08:26:49.737" v="1833" actId="20577"/>
          <ac:spMkLst>
            <pc:docMk/>
            <pc:sldMk cId="169548117" sldId="270"/>
            <ac:spMk id="2" creationId="{7AD303C7-9EDE-D859-5CA7-BF786516E74D}"/>
          </ac:spMkLst>
        </pc:spChg>
        <pc:spChg chg="add mod">
          <ac:chgData name="Ye, Xiaomeng" userId="S::xye@berry.edu::e9dfea23-315e-4458-a3dd-dbb675ea709b" providerId="AD" clId="Web-{9259324F-FC96-7A22-37F0-37CA839D4864}" dt="2024-05-27T08:25:21.687" v="1781" actId="1076"/>
          <ac:spMkLst>
            <pc:docMk/>
            <pc:sldMk cId="169548117" sldId="270"/>
            <ac:spMk id="3" creationId="{21A35AA4-C8C3-73C5-E372-76FFF6C1C3FA}"/>
          </ac:spMkLst>
        </pc:spChg>
        <pc:spChg chg="add mod">
          <ac:chgData name="Ye, Xiaomeng" userId="S::xye@berry.edu::e9dfea23-315e-4458-a3dd-dbb675ea709b" providerId="AD" clId="Web-{9259324F-FC96-7A22-37F0-37CA839D4864}" dt="2024-05-27T08:25:54.578" v="1784" actId="1076"/>
          <ac:spMkLst>
            <pc:docMk/>
            <pc:sldMk cId="169548117" sldId="270"/>
            <ac:spMk id="5" creationId="{E2449655-445C-8B19-7A39-C890DB1A3E53}"/>
          </ac:spMkLst>
        </pc:spChg>
        <pc:spChg chg="del mod">
          <ac:chgData name="Ye, Xiaomeng" userId="S::xye@berry.edu::e9dfea23-315e-4458-a3dd-dbb675ea709b" providerId="AD" clId="Web-{9259324F-FC96-7A22-37F0-37CA839D4864}" dt="2024-05-27T08:32:58.281" v="1907"/>
          <ac:spMkLst>
            <pc:docMk/>
            <pc:sldMk cId="169548117" sldId="270"/>
            <ac:spMk id="6" creationId="{A6B71509-A937-8053-A2A8-076C2F707624}"/>
          </ac:spMkLst>
        </pc:spChg>
        <pc:spChg chg="del mod">
          <ac:chgData name="Ye, Xiaomeng" userId="S::xye@berry.edu::e9dfea23-315e-4458-a3dd-dbb675ea709b" providerId="AD" clId="Web-{9259324F-FC96-7A22-37F0-37CA839D4864}" dt="2024-05-27T08:32:54.781" v="1906"/>
          <ac:spMkLst>
            <pc:docMk/>
            <pc:sldMk cId="169548117" sldId="270"/>
            <ac:spMk id="8" creationId="{296E6EF5-8734-B35C-410C-C76849CCD49B}"/>
          </ac:spMkLst>
        </pc:spChg>
        <pc:picChg chg="mod">
          <ac:chgData name="Ye, Xiaomeng" userId="S::xye@berry.edu::e9dfea23-315e-4458-a3dd-dbb675ea709b" providerId="AD" clId="Web-{9259324F-FC96-7A22-37F0-37CA839D4864}" dt="2024-05-27T08:25:12.358" v="1780" actId="1076"/>
          <ac:picMkLst>
            <pc:docMk/>
            <pc:sldMk cId="169548117" sldId="270"/>
            <ac:picMk id="4" creationId="{96ED4E29-D246-3086-9DE2-60FAFD5B5D10}"/>
          </ac:picMkLst>
        </pc:picChg>
      </pc:sldChg>
      <pc:sldChg chg="addSp delSp modSp add replId">
        <pc:chgData name="Ye, Xiaomeng" userId="S::xye@berry.edu::e9dfea23-315e-4458-a3dd-dbb675ea709b" providerId="AD" clId="Web-{9259324F-FC96-7A22-37F0-37CA839D4864}" dt="2024-05-27T08:33:11.688" v="1911"/>
        <pc:sldMkLst>
          <pc:docMk/>
          <pc:sldMk cId="331433254" sldId="271"/>
        </pc:sldMkLst>
        <pc:spChg chg="mod">
          <ac:chgData name="Ye, Xiaomeng" userId="S::xye@berry.edu::e9dfea23-315e-4458-a3dd-dbb675ea709b" providerId="AD" clId="Web-{9259324F-FC96-7A22-37F0-37CA839D4864}" dt="2024-05-27T08:32:01.561" v="1900" actId="20577"/>
          <ac:spMkLst>
            <pc:docMk/>
            <pc:sldMk cId="331433254" sldId="271"/>
            <ac:spMk id="2" creationId="{7AD303C7-9EDE-D859-5CA7-BF786516E74D}"/>
          </ac:spMkLst>
        </pc:spChg>
        <pc:spChg chg="del mod">
          <ac:chgData name="Ye, Xiaomeng" userId="S::xye@berry.edu::e9dfea23-315e-4458-a3dd-dbb675ea709b" providerId="AD" clId="Web-{9259324F-FC96-7A22-37F0-37CA839D4864}" dt="2024-05-27T08:33:05.672" v="1909"/>
          <ac:spMkLst>
            <pc:docMk/>
            <pc:sldMk cId="331433254" sldId="271"/>
            <ac:spMk id="3" creationId="{21A35AA4-C8C3-73C5-E372-76FFF6C1C3FA}"/>
          </ac:spMkLst>
        </pc:spChg>
        <pc:spChg chg="del mod">
          <ac:chgData name="Ye, Xiaomeng" userId="S::xye@berry.edu::e9dfea23-315e-4458-a3dd-dbb675ea709b" providerId="AD" clId="Web-{9259324F-FC96-7A22-37F0-37CA839D4864}" dt="2024-05-27T08:33:11.688" v="1911"/>
          <ac:spMkLst>
            <pc:docMk/>
            <pc:sldMk cId="331433254" sldId="271"/>
            <ac:spMk id="5" creationId="{E2449655-445C-8B19-7A39-C890DB1A3E53}"/>
          </ac:spMkLst>
        </pc:spChg>
        <pc:spChg chg="del">
          <ac:chgData name="Ye, Xiaomeng" userId="S::xye@berry.edu::e9dfea23-315e-4458-a3dd-dbb675ea709b" providerId="AD" clId="Web-{9259324F-FC96-7A22-37F0-37CA839D4864}" dt="2024-05-27T08:33:08.438" v="1910"/>
          <ac:spMkLst>
            <pc:docMk/>
            <pc:sldMk cId="331433254" sldId="271"/>
            <ac:spMk id="6" creationId="{A6B71509-A937-8053-A2A8-076C2F707624}"/>
          </ac:spMkLst>
        </pc:spChg>
        <pc:spChg chg="del">
          <ac:chgData name="Ye, Xiaomeng" userId="S::xye@berry.edu::e9dfea23-315e-4458-a3dd-dbb675ea709b" providerId="AD" clId="Web-{9259324F-FC96-7A22-37F0-37CA839D4864}" dt="2024-05-27T08:33:02.703" v="1908"/>
          <ac:spMkLst>
            <pc:docMk/>
            <pc:sldMk cId="331433254" sldId="271"/>
            <ac:spMk id="8" creationId="{296E6EF5-8734-B35C-410C-C76849CCD49B}"/>
          </ac:spMkLst>
        </pc:spChg>
        <pc:spChg chg="add mod">
          <ac:chgData name="Ye, Xiaomeng" userId="S::xye@berry.edu::e9dfea23-315e-4458-a3dd-dbb675ea709b" providerId="AD" clId="Web-{9259324F-FC96-7A22-37F0-37CA839D4864}" dt="2024-05-27T08:28:31.475" v="1859" actId="14100"/>
          <ac:spMkLst>
            <pc:docMk/>
            <pc:sldMk cId="331433254" sldId="271"/>
            <ac:spMk id="9" creationId="{0CEF92D0-DD1C-797C-2FF6-08B4633FAF3B}"/>
          </ac:spMkLst>
        </pc:spChg>
        <pc:spChg chg="add mod">
          <ac:chgData name="Ye, Xiaomeng" userId="S::xye@berry.edu::e9dfea23-315e-4458-a3dd-dbb675ea709b" providerId="AD" clId="Web-{9259324F-FC96-7A22-37F0-37CA839D4864}" dt="2024-05-27T08:28:54.601" v="1861" actId="1076"/>
          <ac:spMkLst>
            <pc:docMk/>
            <pc:sldMk cId="331433254" sldId="271"/>
            <ac:spMk id="10" creationId="{4058F24C-5E74-F8FC-0658-854E4880AE06}"/>
          </ac:spMkLst>
        </pc:spChg>
        <pc:spChg chg="add mod">
          <ac:chgData name="Ye, Xiaomeng" userId="S::xye@berry.edu::e9dfea23-315e-4458-a3dd-dbb675ea709b" providerId="AD" clId="Web-{9259324F-FC96-7A22-37F0-37CA839D4864}" dt="2024-05-27T08:29:00.976" v="1863" actId="1076"/>
          <ac:spMkLst>
            <pc:docMk/>
            <pc:sldMk cId="331433254" sldId="271"/>
            <ac:spMk id="11" creationId="{1B61366B-DE3A-CC96-E57C-502C9E49D51A}"/>
          </ac:spMkLst>
        </pc:spChg>
        <pc:picChg chg="add mod">
          <ac:chgData name="Ye, Xiaomeng" userId="S::xye@berry.edu::e9dfea23-315e-4458-a3dd-dbb675ea709b" providerId="AD" clId="Web-{9259324F-FC96-7A22-37F0-37CA839D4864}" dt="2024-05-27T08:28:07.583" v="1856" actId="1076"/>
          <ac:picMkLst>
            <pc:docMk/>
            <pc:sldMk cId="331433254" sldId="271"/>
            <ac:picMk id="7" creationId="{C7E96751-995F-259B-A5AA-1228CDBDCC47}"/>
          </ac:picMkLst>
        </pc:picChg>
      </pc:sldChg>
      <pc:sldChg chg="add del replId">
        <pc:chgData name="Ye, Xiaomeng" userId="S::xye@berry.edu::e9dfea23-315e-4458-a3dd-dbb675ea709b" providerId="AD" clId="Web-{9259324F-FC96-7A22-37F0-37CA839D4864}" dt="2024-05-27T08:29:50.212" v="1868"/>
        <pc:sldMkLst>
          <pc:docMk/>
          <pc:sldMk cId="833948708" sldId="272"/>
        </pc:sldMkLst>
      </pc:sldChg>
      <pc:sldChg chg="addSp delSp modSp add replId">
        <pc:chgData name="Ye, Xiaomeng" userId="S::xye@berry.edu::e9dfea23-315e-4458-a3dd-dbb675ea709b" providerId="AD" clId="Web-{9259324F-FC96-7A22-37F0-37CA839D4864}" dt="2024-05-27T08:33:32.767" v="1918"/>
        <pc:sldMkLst>
          <pc:docMk/>
          <pc:sldMk cId="1095632564" sldId="272"/>
        </pc:sldMkLst>
        <pc:spChg chg="mod">
          <ac:chgData name="Ye, Xiaomeng" userId="S::xye@berry.edu::e9dfea23-315e-4458-a3dd-dbb675ea709b" providerId="AD" clId="Web-{9259324F-FC96-7A22-37F0-37CA839D4864}" dt="2024-05-27T08:32:09.514" v="1901" actId="20577"/>
          <ac:spMkLst>
            <pc:docMk/>
            <pc:sldMk cId="1095632564" sldId="272"/>
            <ac:spMk id="2" creationId="{7AD303C7-9EDE-D859-5CA7-BF786516E74D}"/>
          </ac:spMkLst>
        </pc:spChg>
        <pc:spChg chg="del">
          <ac:chgData name="Ye, Xiaomeng" userId="S::xye@berry.edu::e9dfea23-315e-4458-a3dd-dbb675ea709b" providerId="AD" clId="Web-{9259324F-FC96-7A22-37F0-37CA839D4864}" dt="2024-05-27T08:33:23.298" v="1914"/>
          <ac:spMkLst>
            <pc:docMk/>
            <pc:sldMk cId="1095632564" sldId="272"/>
            <ac:spMk id="3" creationId="{21A35AA4-C8C3-73C5-E372-76FFF6C1C3FA}"/>
          </ac:spMkLst>
        </pc:spChg>
        <pc:spChg chg="del">
          <ac:chgData name="Ye, Xiaomeng" userId="S::xye@berry.edu::e9dfea23-315e-4458-a3dd-dbb675ea709b" providerId="AD" clId="Web-{9259324F-FC96-7A22-37F0-37CA839D4864}" dt="2024-05-27T08:33:32.767" v="1917"/>
          <ac:spMkLst>
            <pc:docMk/>
            <pc:sldMk cId="1095632564" sldId="272"/>
            <ac:spMk id="5" creationId="{E2449655-445C-8B19-7A39-C890DB1A3E53}"/>
          </ac:spMkLst>
        </pc:spChg>
        <pc:spChg chg="del">
          <ac:chgData name="Ye, Xiaomeng" userId="S::xye@berry.edu::e9dfea23-315e-4458-a3dd-dbb675ea709b" providerId="AD" clId="Web-{9259324F-FC96-7A22-37F0-37CA839D4864}" dt="2024-05-27T08:33:32.767" v="1918"/>
          <ac:spMkLst>
            <pc:docMk/>
            <pc:sldMk cId="1095632564" sldId="272"/>
            <ac:spMk id="6" creationId="{A6B71509-A937-8053-A2A8-076C2F707624}"/>
          </ac:spMkLst>
        </pc:spChg>
        <pc:spChg chg="del">
          <ac:chgData name="Ye, Xiaomeng" userId="S::xye@berry.edu::e9dfea23-315e-4458-a3dd-dbb675ea709b" providerId="AD" clId="Web-{9259324F-FC96-7A22-37F0-37CA839D4864}" dt="2024-05-27T08:33:23.298" v="1915"/>
          <ac:spMkLst>
            <pc:docMk/>
            <pc:sldMk cId="1095632564" sldId="272"/>
            <ac:spMk id="8" creationId="{296E6EF5-8734-B35C-410C-C76849CCD49B}"/>
          </ac:spMkLst>
        </pc:spChg>
        <pc:spChg chg="del">
          <ac:chgData name="Ye, Xiaomeng" userId="S::xye@berry.edu::e9dfea23-315e-4458-a3dd-dbb675ea709b" providerId="AD" clId="Web-{9259324F-FC96-7A22-37F0-37CA839D4864}" dt="2024-05-27T08:33:23.298" v="1913"/>
          <ac:spMkLst>
            <pc:docMk/>
            <pc:sldMk cId="1095632564" sldId="272"/>
            <ac:spMk id="9" creationId="{0CEF92D0-DD1C-797C-2FF6-08B4633FAF3B}"/>
          </ac:spMkLst>
        </pc:spChg>
        <pc:spChg chg="del">
          <ac:chgData name="Ye, Xiaomeng" userId="S::xye@berry.edu::e9dfea23-315e-4458-a3dd-dbb675ea709b" providerId="AD" clId="Web-{9259324F-FC96-7A22-37F0-37CA839D4864}" dt="2024-05-27T08:33:23.298" v="1912"/>
          <ac:spMkLst>
            <pc:docMk/>
            <pc:sldMk cId="1095632564" sldId="272"/>
            <ac:spMk id="10" creationId="{4058F24C-5E74-F8FC-0658-854E4880AE06}"/>
          </ac:spMkLst>
        </pc:spChg>
        <pc:spChg chg="del">
          <ac:chgData name="Ye, Xiaomeng" userId="S::xye@berry.edu::e9dfea23-315e-4458-a3dd-dbb675ea709b" providerId="AD" clId="Web-{9259324F-FC96-7A22-37F0-37CA839D4864}" dt="2024-05-27T08:33:32.767" v="1916"/>
          <ac:spMkLst>
            <pc:docMk/>
            <pc:sldMk cId="1095632564" sldId="272"/>
            <ac:spMk id="11" creationId="{1B61366B-DE3A-CC96-E57C-502C9E49D51A}"/>
          </ac:spMkLst>
        </pc:spChg>
        <pc:spChg chg="add mod">
          <ac:chgData name="Ye, Xiaomeng" userId="S::xye@berry.edu::e9dfea23-315e-4458-a3dd-dbb675ea709b" providerId="AD" clId="Web-{9259324F-FC96-7A22-37F0-37CA839D4864}" dt="2024-05-27T08:32:41.906" v="1905" actId="1076"/>
          <ac:spMkLst>
            <pc:docMk/>
            <pc:sldMk cId="1095632564" sldId="272"/>
            <ac:spMk id="13" creationId="{6202A5C1-183C-14B3-5194-317C324C9920}"/>
          </ac:spMkLst>
        </pc:spChg>
        <pc:picChg chg="del">
          <ac:chgData name="Ye, Xiaomeng" userId="S::xye@berry.edu::e9dfea23-315e-4458-a3dd-dbb675ea709b" providerId="AD" clId="Web-{9259324F-FC96-7A22-37F0-37CA839D4864}" dt="2024-05-27T08:31:05.012" v="1870"/>
          <ac:picMkLst>
            <pc:docMk/>
            <pc:sldMk cId="1095632564" sldId="272"/>
            <ac:picMk id="7" creationId="{C7E96751-995F-259B-A5AA-1228CDBDCC47}"/>
          </ac:picMkLst>
        </pc:picChg>
        <pc:picChg chg="add mod">
          <ac:chgData name="Ye, Xiaomeng" userId="S::xye@berry.edu::e9dfea23-315e-4458-a3dd-dbb675ea709b" providerId="AD" clId="Web-{9259324F-FC96-7A22-37F0-37CA839D4864}" dt="2024-05-27T08:32:18.420" v="1903" actId="1076"/>
          <ac:picMkLst>
            <pc:docMk/>
            <pc:sldMk cId="1095632564" sldId="272"/>
            <ac:picMk id="12" creationId="{A232DB32-3F46-FD6E-ABB2-72AF6B1FA26C}"/>
          </ac:picMkLst>
        </pc:picChg>
      </pc:sldChg>
      <pc:sldChg chg="delSp modSp add replId">
        <pc:chgData name="Ye, Xiaomeng" userId="S::xye@berry.edu::e9dfea23-315e-4458-a3dd-dbb675ea709b" providerId="AD" clId="Web-{9259324F-FC96-7A22-37F0-37CA839D4864}" dt="2024-05-27T08:40:43.236" v="2096" actId="20577"/>
        <pc:sldMkLst>
          <pc:docMk/>
          <pc:sldMk cId="2635668199" sldId="273"/>
        </pc:sldMkLst>
        <pc:spChg chg="mod">
          <ac:chgData name="Ye, Xiaomeng" userId="S::xye@berry.edu::e9dfea23-315e-4458-a3dd-dbb675ea709b" providerId="AD" clId="Web-{9259324F-FC96-7A22-37F0-37CA839D4864}" dt="2024-05-27T08:40:43.236" v="2096" actId="20577"/>
          <ac:spMkLst>
            <pc:docMk/>
            <pc:sldMk cId="2635668199" sldId="273"/>
            <ac:spMk id="2" creationId="{7AD303C7-9EDE-D859-5CA7-BF786516E74D}"/>
          </ac:spMkLst>
        </pc:spChg>
        <pc:spChg chg="mod">
          <ac:chgData name="Ye, Xiaomeng" userId="S::xye@berry.edu::e9dfea23-315e-4458-a3dd-dbb675ea709b" providerId="AD" clId="Web-{9259324F-FC96-7A22-37F0-37CA839D4864}" dt="2024-05-27T08:39:07.170" v="2020" actId="14100"/>
          <ac:spMkLst>
            <pc:docMk/>
            <pc:sldMk cId="2635668199" sldId="273"/>
            <ac:spMk id="5" creationId="{D1989F0F-BEF8-AF22-880F-623DAC0DE7F8}"/>
          </ac:spMkLst>
        </pc:spChg>
        <pc:picChg chg="del">
          <ac:chgData name="Ye, Xiaomeng" userId="S::xye@berry.edu::e9dfea23-315e-4458-a3dd-dbb675ea709b" providerId="AD" clId="Web-{9259324F-FC96-7A22-37F0-37CA839D4864}" dt="2024-05-27T08:38:56.122" v="2019"/>
          <ac:picMkLst>
            <pc:docMk/>
            <pc:sldMk cId="2635668199" sldId="273"/>
            <ac:picMk id="6" creationId="{5F039122-98FC-ABA1-AF86-798534CE0C80}"/>
          </ac:picMkLst>
        </pc:picChg>
      </pc:sldChg>
      <pc:sldChg chg="addSp modSp new">
        <pc:chgData name="Ye, Xiaomeng" userId="S::xye@berry.edu::e9dfea23-315e-4458-a3dd-dbb675ea709b" providerId="AD" clId="Web-{9259324F-FC96-7A22-37F0-37CA839D4864}" dt="2024-05-27T08:44:26.134" v="2231" actId="20577"/>
        <pc:sldMkLst>
          <pc:docMk/>
          <pc:sldMk cId="2820553088" sldId="274"/>
        </pc:sldMkLst>
        <pc:spChg chg="mod">
          <ac:chgData name="Ye, Xiaomeng" userId="S::xye@berry.edu::e9dfea23-315e-4458-a3dd-dbb675ea709b" providerId="AD" clId="Web-{9259324F-FC96-7A22-37F0-37CA839D4864}" dt="2024-05-27T08:42:18.770" v="2154" actId="20577"/>
          <ac:spMkLst>
            <pc:docMk/>
            <pc:sldMk cId="2820553088" sldId="274"/>
            <ac:spMk id="2" creationId="{8E309E2A-C676-49D3-EE9E-279067D522DE}"/>
          </ac:spMkLst>
        </pc:spChg>
        <pc:spChg chg="mod">
          <ac:chgData name="Ye, Xiaomeng" userId="S::xye@berry.edu::e9dfea23-315e-4458-a3dd-dbb675ea709b" providerId="AD" clId="Web-{9259324F-FC96-7A22-37F0-37CA839D4864}" dt="2024-05-27T08:44:26.134" v="2231" actId="20577"/>
          <ac:spMkLst>
            <pc:docMk/>
            <pc:sldMk cId="2820553088" sldId="274"/>
            <ac:spMk id="3" creationId="{E1B1F757-1663-8EF0-5103-30EE1C05A579}"/>
          </ac:spMkLst>
        </pc:spChg>
        <pc:picChg chg="add mod">
          <ac:chgData name="Ye, Xiaomeng" userId="S::xye@berry.edu::e9dfea23-315e-4458-a3dd-dbb675ea709b" providerId="AD" clId="Web-{9259324F-FC96-7A22-37F0-37CA839D4864}" dt="2024-05-27T08:44:09.650" v="2215" actId="1076"/>
          <ac:picMkLst>
            <pc:docMk/>
            <pc:sldMk cId="2820553088" sldId="274"/>
            <ac:picMk id="4" creationId="{B5F1C33F-1B45-CCCB-D484-82D512D97CAB}"/>
          </ac:picMkLst>
        </pc:picChg>
      </pc:sldChg>
      <pc:sldChg chg="addSp delSp modSp new">
        <pc:chgData name="Ye, Xiaomeng" userId="S::xye@berry.edu::e9dfea23-315e-4458-a3dd-dbb675ea709b" providerId="AD" clId="Web-{9259324F-FC96-7A22-37F0-37CA839D4864}" dt="2024-05-27T08:53:30.764" v="2522" actId="20577"/>
        <pc:sldMkLst>
          <pc:docMk/>
          <pc:sldMk cId="2541881691" sldId="275"/>
        </pc:sldMkLst>
        <pc:spChg chg="mod">
          <ac:chgData name="Ye, Xiaomeng" userId="S::xye@berry.edu::e9dfea23-315e-4458-a3dd-dbb675ea709b" providerId="AD" clId="Web-{9259324F-FC96-7A22-37F0-37CA839D4864}" dt="2024-05-27T08:53:30.764" v="2522" actId="20577"/>
          <ac:spMkLst>
            <pc:docMk/>
            <pc:sldMk cId="2541881691" sldId="275"/>
            <ac:spMk id="2" creationId="{FA787EF3-8BC4-EE17-93CD-955985D945AA}"/>
          </ac:spMkLst>
        </pc:spChg>
        <pc:spChg chg="del">
          <ac:chgData name="Ye, Xiaomeng" userId="S::xye@berry.edu::e9dfea23-315e-4458-a3dd-dbb675ea709b" providerId="AD" clId="Web-{9259324F-FC96-7A22-37F0-37CA839D4864}" dt="2024-05-27T08:48:52.957" v="2273"/>
          <ac:spMkLst>
            <pc:docMk/>
            <pc:sldMk cId="2541881691" sldId="275"/>
            <ac:spMk id="3" creationId="{D9681893-C058-BE8D-A820-7955DE445081}"/>
          </ac:spMkLst>
        </pc:spChg>
        <pc:picChg chg="add del">
          <ac:chgData name="Ye, Xiaomeng" userId="S::xye@berry.edu::e9dfea23-315e-4458-a3dd-dbb675ea709b" providerId="AD" clId="Web-{9259324F-FC96-7A22-37F0-37CA839D4864}" dt="2024-05-27T08:48:49.957" v="2272"/>
          <ac:picMkLst>
            <pc:docMk/>
            <pc:sldMk cId="2541881691" sldId="275"/>
            <ac:picMk id="5" creationId="{3929AEDB-D681-E489-9D0A-EA4391CB4A92}"/>
          </ac:picMkLst>
        </pc:picChg>
        <pc:picChg chg="add">
          <ac:chgData name="Ye, Xiaomeng" userId="S::xye@berry.edu::e9dfea23-315e-4458-a3dd-dbb675ea709b" providerId="AD" clId="Web-{9259324F-FC96-7A22-37F0-37CA839D4864}" dt="2024-05-27T08:48:54.426" v="2274"/>
          <ac:picMkLst>
            <pc:docMk/>
            <pc:sldMk cId="2541881691" sldId="275"/>
            <ac:picMk id="7" creationId="{5AA04B9C-6921-821F-47C3-D0099DF9479D}"/>
          </ac:picMkLst>
        </pc:picChg>
      </pc:sldChg>
      <pc:sldChg chg="add del replId">
        <pc:chgData name="Ye, Xiaomeng" userId="S::xye@berry.edu::e9dfea23-315e-4458-a3dd-dbb675ea709b" providerId="AD" clId="Web-{9259324F-FC96-7A22-37F0-37CA839D4864}" dt="2024-05-27T08:49:00.848" v="2275"/>
        <pc:sldMkLst>
          <pc:docMk/>
          <pc:sldMk cId="618711586" sldId="276"/>
        </pc:sldMkLst>
      </pc:sldChg>
      <pc:sldChg chg="addSp modSp add replId">
        <pc:chgData name="Ye, Xiaomeng" userId="S::xye@berry.edu::e9dfea23-315e-4458-a3dd-dbb675ea709b" providerId="AD" clId="Web-{9259324F-FC96-7A22-37F0-37CA839D4864}" dt="2024-05-27T09:00:54.467" v="2656" actId="20577"/>
        <pc:sldMkLst>
          <pc:docMk/>
          <pc:sldMk cId="3881168703" sldId="276"/>
        </pc:sldMkLst>
        <pc:spChg chg="mod">
          <ac:chgData name="Ye, Xiaomeng" userId="S::xye@berry.edu::e9dfea23-315e-4458-a3dd-dbb675ea709b" providerId="AD" clId="Web-{9259324F-FC96-7A22-37F0-37CA839D4864}" dt="2024-05-27T09:00:54.467" v="2656" actId="20577"/>
          <ac:spMkLst>
            <pc:docMk/>
            <pc:sldMk cId="3881168703" sldId="276"/>
            <ac:spMk id="2" creationId="{FA787EF3-8BC4-EE17-93CD-955985D945AA}"/>
          </ac:spMkLst>
        </pc:spChg>
        <pc:spChg chg="add mod">
          <ac:chgData name="Ye, Xiaomeng" userId="S::xye@berry.edu::e9dfea23-315e-4458-a3dd-dbb675ea709b" providerId="AD" clId="Web-{9259324F-FC96-7A22-37F0-37CA839D4864}" dt="2024-05-27T08:57:04.725" v="2593" actId="1076"/>
          <ac:spMkLst>
            <pc:docMk/>
            <pc:sldMk cId="3881168703" sldId="276"/>
            <ac:spMk id="3" creationId="{71A53FF7-5665-FF10-0A67-EDD4F9C53C02}"/>
          </ac:spMkLst>
        </pc:spChg>
        <pc:spChg chg="add mod">
          <ac:chgData name="Ye, Xiaomeng" userId="S::xye@berry.edu::e9dfea23-315e-4458-a3dd-dbb675ea709b" providerId="AD" clId="Web-{9259324F-FC96-7A22-37F0-37CA839D4864}" dt="2024-05-27T08:57:27.882" v="2599" actId="20577"/>
          <ac:spMkLst>
            <pc:docMk/>
            <pc:sldMk cId="3881168703" sldId="276"/>
            <ac:spMk id="4" creationId="{9B461ECA-CC28-8D3B-B0C3-8FC96EA4709B}"/>
          </ac:spMkLst>
        </pc:spChg>
        <pc:spChg chg="add mod">
          <ac:chgData name="Ye, Xiaomeng" userId="S::xye@berry.edu::e9dfea23-315e-4458-a3dd-dbb675ea709b" providerId="AD" clId="Web-{9259324F-FC96-7A22-37F0-37CA839D4864}" dt="2024-05-27T08:58:23.556" v="2602" actId="20577"/>
          <ac:spMkLst>
            <pc:docMk/>
            <pc:sldMk cId="3881168703" sldId="276"/>
            <ac:spMk id="5" creationId="{A3580A8E-F954-4B6D-32AD-584241E26576}"/>
          </ac:spMkLst>
        </pc:spChg>
      </pc:sldChg>
      <pc:sldChg chg="modSp new">
        <pc:chgData name="Ye, Xiaomeng" userId="S::xye@berry.edu::e9dfea23-315e-4458-a3dd-dbb675ea709b" providerId="AD" clId="Web-{9259324F-FC96-7A22-37F0-37CA839D4864}" dt="2024-05-27T08:52:59.044" v="2514" actId="20577"/>
        <pc:sldMkLst>
          <pc:docMk/>
          <pc:sldMk cId="1318958884" sldId="277"/>
        </pc:sldMkLst>
        <pc:spChg chg="mod">
          <ac:chgData name="Ye, Xiaomeng" userId="S::xye@berry.edu::e9dfea23-315e-4458-a3dd-dbb675ea709b" providerId="AD" clId="Web-{9259324F-FC96-7A22-37F0-37CA839D4864}" dt="2024-05-27T08:50:45.070" v="2329" actId="20577"/>
          <ac:spMkLst>
            <pc:docMk/>
            <pc:sldMk cId="1318958884" sldId="277"/>
            <ac:spMk id="2" creationId="{D5E46650-C42F-3914-D236-275CDFD17EB1}"/>
          </ac:spMkLst>
        </pc:spChg>
        <pc:spChg chg="mod">
          <ac:chgData name="Ye, Xiaomeng" userId="S::xye@berry.edu::e9dfea23-315e-4458-a3dd-dbb675ea709b" providerId="AD" clId="Web-{9259324F-FC96-7A22-37F0-37CA839D4864}" dt="2024-05-27T08:52:59.044" v="2514" actId="20577"/>
          <ac:spMkLst>
            <pc:docMk/>
            <pc:sldMk cId="1318958884" sldId="277"/>
            <ac:spMk id="3" creationId="{A6CBBF7C-0D01-AA6B-FF12-DF969E8ABBF3}"/>
          </ac:spMkLst>
        </pc:spChg>
      </pc:sldChg>
      <pc:sldChg chg="modSp new">
        <pc:chgData name="Ye, Xiaomeng" userId="S::xye@berry.edu::e9dfea23-315e-4458-a3dd-dbb675ea709b" providerId="AD" clId="Web-{9259324F-FC96-7A22-37F0-37CA839D4864}" dt="2024-05-27T11:49:54.800" v="3059" actId="20577"/>
        <pc:sldMkLst>
          <pc:docMk/>
          <pc:sldMk cId="1716170550" sldId="278"/>
        </pc:sldMkLst>
        <pc:spChg chg="mod">
          <ac:chgData name="Ye, Xiaomeng" userId="S::xye@berry.edu::e9dfea23-315e-4458-a3dd-dbb675ea709b" providerId="AD" clId="Web-{9259324F-FC96-7A22-37F0-37CA839D4864}" dt="2024-05-27T08:58:38.244" v="2615" actId="20577"/>
          <ac:spMkLst>
            <pc:docMk/>
            <pc:sldMk cId="1716170550" sldId="278"/>
            <ac:spMk id="2" creationId="{D0746938-A26D-FE77-BACD-AEDC1EF998DC}"/>
          </ac:spMkLst>
        </pc:spChg>
        <pc:spChg chg="mod">
          <ac:chgData name="Ye, Xiaomeng" userId="S::xye@berry.edu::e9dfea23-315e-4458-a3dd-dbb675ea709b" providerId="AD" clId="Web-{9259324F-FC96-7A22-37F0-37CA839D4864}" dt="2024-05-27T11:49:54.800" v="3059" actId="20577"/>
          <ac:spMkLst>
            <pc:docMk/>
            <pc:sldMk cId="1716170550" sldId="278"/>
            <ac:spMk id="3" creationId="{B351E047-98EA-8F92-41DE-39FE3821AAE9}"/>
          </ac:spMkLst>
        </pc:spChg>
      </pc:sldChg>
      <pc:sldChg chg="addSp modSp add replId">
        <pc:chgData name="Ye, Xiaomeng" userId="S::xye@berry.edu::e9dfea23-315e-4458-a3dd-dbb675ea709b" providerId="AD" clId="Web-{9259324F-FC96-7A22-37F0-37CA839D4864}" dt="2024-05-27T09:02:14.048" v="2684"/>
        <pc:sldMkLst>
          <pc:docMk/>
          <pc:sldMk cId="276476231" sldId="279"/>
        </pc:sldMkLst>
        <pc:spChg chg="mod">
          <ac:chgData name="Ye, Xiaomeng" userId="S::xye@berry.edu::e9dfea23-315e-4458-a3dd-dbb675ea709b" providerId="AD" clId="Web-{9259324F-FC96-7A22-37F0-37CA839D4864}" dt="2024-05-27T09:01:32.859" v="2678" actId="20577"/>
          <ac:spMkLst>
            <pc:docMk/>
            <pc:sldMk cId="276476231" sldId="279"/>
            <ac:spMk id="2" creationId="{FA787EF3-8BC4-EE17-93CD-955985D945AA}"/>
          </ac:spMkLst>
        </pc:spChg>
        <pc:spChg chg="add mod">
          <ac:chgData name="Ye, Xiaomeng" userId="S::xye@berry.edu::e9dfea23-315e-4458-a3dd-dbb675ea709b" providerId="AD" clId="Web-{9259324F-FC96-7A22-37F0-37CA839D4864}" dt="2024-05-27T09:02:14.048" v="2684"/>
          <ac:spMkLst>
            <pc:docMk/>
            <pc:sldMk cId="276476231" sldId="279"/>
            <ac:spMk id="9" creationId="{F7733246-E7B9-DADB-8073-FA2F0D608044}"/>
          </ac:spMkLst>
        </pc:spChg>
        <pc:picChg chg="add">
          <ac:chgData name="Ye, Xiaomeng" userId="S::xye@berry.edu::e9dfea23-315e-4458-a3dd-dbb675ea709b" providerId="AD" clId="Web-{9259324F-FC96-7A22-37F0-37CA839D4864}" dt="2024-05-27T09:01:34.406" v="2679"/>
          <ac:picMkLst>
            <pc:docMk/>
            <pc:sldMk cId="276476231" sldId="279"/>
            <ac:picMk id="8" creationId="{28D9C8C2-F7B1-A494-85EE-8D1CFFBC3E2C}"/>
          </ac:picMkLst>
        </pc:picChg>
      </pc:sldChg>
      <pc:sldChg chg="modSp new">
        <pc:chgData name="Ye, Xiaomeng" userId="S::xye@berry.edu::e9dfea23-315e-4458-a3dd-dbb675ea709b" providerId="AD" clId="Web-{9259324F-FC96-7A22-37F0-37CA839D4864}" dt="2024-05-27T11:52:45.259" v="3246" actId="20577"/>
        <pc:sldMkLst>
          <pc:docMk/>
          <pc:sldMk cId="1629162292" sldId="280"/>
        </pc:sldMkLst>
        <pc:spChg chg="mod">
          <ac:chgData name="Ye, Xiaomeng" userId="S::xye@berry.edu::e9dfea23-315e-4458-a3dd-dbb675ea709b" providerId="AD" clId="Web-{9259324F-FC96-7A22-37F0-37CA839D4864}" dt="2024-05-27T11:49:43.456" v="3050" actId="20577"/>
          <ac:spMkLst>
            <pc:docMk/>
            <pc:sldMk cId="1629162292" sldId="280"/>
            <ac:spMk id="2" creationId="{734FEA91-2B09-2F0E-0B96-B4DB801CF002}"/>
          </ac:spMkLst>
        </pc:spChg>
        <pc:spChg chg="mod">
          <ac:chgData name="Ye, Xiaomeng" userId="S::xye@berry.edu::e9dfea23-315e-4458-a3dd-dbb675ea709b" providerId="AD" clId="Web-{9259324F-FC96-7A22-37F0-37CA839D4864}" dt="2024-05-27T11:52:45.259" v="3246" actId="20577"/>
          <ac:spMkLst>
            <pc:docMk/>
            <pc:sldMk cId="1629162292" sldId="280"/>
            <ac:spMk id="3" creationId="{2B8BFA15-5D0A-4F09-2F9C-7678D7856C7C}"/>
          </ac:spMkLst>
        </pc:spChg>
      </pc:sldChg>
      <pc:sldChg chg="modSp new">
        <pc:chgData name="Ye, Xiaomeng" userId="S::xye@berry.edu::e9dfea23-315e-4458-a3dd-dbb675ea709b" providerId="AD" clId="Web-{9259324F-FC96-7A22-37F0-37CA839D4864}" dt="2024-05-27T12:01:55.951" v="3761" actId="20577"/>
        <pc:sldMkLst>
          <pc:docMk/>
          <pc:sldMk cId="4176753681" sldId="281"/>
        </pc:sldMkLst>
        <pc:spChg chg="mod">
          <ac:chgData name="Ye, Xiaomeng" userId="S::xye@berry.edu::e9dfea23-315e-4458-a3dd-dbb675ea709b" providerId="AD" clId="Web-{9259324F-FC96-7A22-37F0-37CA839D4864}" dt="2024-05-27T11:52:55.166" v="3258" actId="20577"/>
          <ac:spMkLst>
            <pc:docMk/>
            <pc:sldMk cId="4176753681" sldId="281"/>
            <ac:spMk id="2" creationId="{D5A1E81E-3FC1-A982-9858-4FA9F14C25EF}"/>
          </ac:spMkLst>
        </pc:spChg>
        <pc:spChg chg="mod">
          <ac:chgData name="Ye, Xiaomeng" userId="S::xye@berry.edu::e9dfea23-315e-4458-a3dd-dbb675ea709b" providerId="AD" clId="Web-{9259324F-FC96-7A22-37F0-37CA839D4864}" dt="2024-05-27T12:01:55.951" v="3761" actId="20577"/>
          <ac:spMkLst>
            <pc:docMk/>
            <pc:sldMk cId="4176753681" sldId="281"/>
            <ac:spMk id="3" creationId="{509E713F-3104-7E12-62AB-41D35B56FA5F}"/>
          </ac:spMkLst>
        </pc:spChg>
      </pc:sldChg>
      <pc:sldChg chg="modSp new">
        <pc:chgData name="Ye, Xiaomeng" userId="S::xye@berry.edu::e9dfea23-315e-4458-a3dd-dbb675ea709b" providerId="AD" clId="Web-{9259324F-FC96-7A22-37F0-37CA839D4864}" dt="2024-05-27T11:55:43.297" v="3452" actId="20577"/>
        <pc:sldMkLst>
          <pc:docMk/>
          <pc:sldMk cId="2988885124" sldId="282"/>
        </pc:sldMkLst>
        <pc:spChg chg="mod">
          <ac:chgData name="Ye, Xiaomeng" userId="S::xye@berry.edu::e9dfea23-315e-4458-a3dd-dbb675ea709b" providerId="AD" clId="Web-{9259324F-FC96-7A22-37F0-37CA839D4864}" dt="2024-05-27T11:54:17.341" v="3349" actId="20577"/>
          <ac:spMkLst>
            <pc:docMk/>
            <pc:sldMk cId="2988885124" sldId="282"/>
            <ac:spMk id="2" creationId="{930E57DF-FDC3-FAB7-BB9A-DF7E58FD6E11}"/>
          </ac:spMkLst>
        </pc:spChg>
        <pc:spChg chg="mod">
          <ac:chgData name="Ye, Xiaomeng" userId="S::xye@berry.edu::e9dfea23-315e-4458-a3dd-dbb675ea709b" providerId="AD" clId="Web-{9259324F-FC96-7A22-37F0-37CA839D4864}" dt="2024-05-27T11:55:43.297" v="3452" actId="20577"/>
          <ac:spMkLst>
            <pc:docMk/>
            <pc:sldMk cId="2988885124" sldId="282"/>
            <ac:spMk id="3" creationId="{A823B790-F88A-AB08-1449-79335E3F3D2B}"/>
          </ac:spMkLst>
        </pc:spChg>
      </pc:sldChg>
      <pc:sldChg chg="addSp delSp modSp new mod setBg">
        <pc:chgData name="Ye, Xiaomeng" userId="S::xye@berry.edu::e9dfea23-315e-4458-a3dd-dbb675ea709b" providerId="AD" clId="Web-{9259324F-FC96-7A22-37F0-37CA839D4864}" dt="2024-05-27T12:11:25.143" v="3960"/>
        <pc:sldMkLst>
          <pc:docMk/>
          <pc:sldMk cId="408068280" sldId="283"/>
        </pc:sldMkLst>
        <pc:spChg chg="mod">
          <ac:chgData name="Ye, Xiaomeng" userId="S::xye@berry.edu::e9dfea23-315e-4458-a3dd-dbb675ea709b" providerId="AD" clId="Web-{9259324F-FC96-7A22-37F0-37CA839D4864}" dt="2024-05-27T12:11:25.143" v="3960"/>
          <ac:spMkLst>
            <pc:docMk/>
            <pc:sldMk cId="408068280" sldId="283"/>
            <ac:spMk id="2" creationId="{1B38D44A-40D6-721B-F8BD-0ACBD344FEFE}"/>
          </ac:spMkLst>
        </pc:spChg>
        <pc:spChg chg="del">
          <ac:chgData name="Ye, Xiaomeng" userId="S::xye@berry.edu::e9dfea23-315e-4458-a3dd-dbb675ea709b" providerId="AD" clId="Web-{9259324F-FC96-7A22-37F0-37CA839D4864}" dt="2024-05-27T12:11:17.705" v="3959"/>
          <ac:spMkLst>
            <pc:docMk/>
            <pc:sldMk cId="408068280" sldId="283"/>
            <ac:spMk id="3" creationId="{8F756026-CBD6-B05A-0921-B46885540402}"/>
          </ac:spMkLst>
        </pc:spChg>
        <pc:spChg chg="add">
          <ac:chgData name="Ye, Xiaomeng" userId="S::xye@berry.edu::e9dfea23-315e-4458-a3dd-dbb675ea709b" providerId="AD" clId="Web-{9259324F-FC96-7A22-37F0-37CA839D4864}" dt="2024-05-27T12:11:25.143" v="3960"/>
          <ac:spMkLst>
            <pc:docMk/>
            <pc:sldMk cId="408068280" sldId="283"/>
            <ac:spMk id="9" creationId="{A4AC5506-6312-4701-8D3C-40187889A947}"/>
          </ac:spMkLst>
        </pc:spChg>
        <pc:picChg chg="add mod ord">
          <ac:chgData name="Ye, Xiaomeng" userId="S::xye@berry.edu::e9dfea23-315e-4458-a3dd-dbb675ea709b" providerId="AD" clId="Web-{9259324F-FC96-7A22-37F0-37CA839D4864}" dt="2024-05-27T12:11:25.143" v="3960"/>
          <ac:picMkLst>
            <pc:docMk/>
            <pc:sldMk cId="408068280" sldId="283"/>
            <ac:picMk id="4" creationId="{46B68792-6ABF-45AE-CFF6-8C6D4DD74C04}"/>
          </ac:picMkLst>
        </pc:picChg>
      </pc:sldChg>
      <pc:sldChg chg="addSp modSp new mod setBg">
        <pc:chgData name="Ye, Xiaomeng" userId="S::xye@berry.edu::e9dfea23-315e-4458-a3dd-dbb675ea709b" providerId="AD" clId="Web-{9259324F-FC96-7A22-37F0-37CA839D4864}" dt="2024-05-27T12:10:29.734" v="3958" actId="14100"/>
        <pc:sldMkLst>
          <pc:docMk/>
          <pc:sldMk cId="1272162176" sldId="284"/>
        </pc:sldMkLst>
        <pc:spChg chg="mod">
          <ac:chgData name="Ye, Xiaomeng" userId="S::xye@berry.edu::e9dfea23-315e-4458-a3dd-dbb675ea709b" providerId="AD" clId="Web-{9259324F-FC96-7A22-37F0-37CA839D4864}" dt="2024-05-27T12:09:28.810" v="3942"/>
          <ac:spMkLst>
            <pc:docMk/>
            <pc:sldMk cId="1272162176" sldId="284"/>
            <ac:spMk id="2" creationId="{CD489CD6-15C2-12D1-05AE-23B60F464858}"/>
          </ac:spMkLst>
        </pc:spChg>
        <pc:spChg chg="mod">
          <ac:chgData name="Ye, Xiaomeng" userId="S::xye@berry.edu::e9dfea23-315e-4458-a3dd-dbb675ea709b" providerId="AD" clId="Web-{9259324F-FC96-7A22-37F0-37CA839D4864}" dt="2024-05-27T12:10:22.984" v="3957" actId="20577"/>
          <ac:spMkLst>
            <pc:docMk/>
            <pc:sldMk cId="1272162176" sldId="284"/>
            <ac:spMk id="3" creationId="{72BF38D7-0601-861D-DEAE-8AE173ECAD26}"/>
          </ac:spMkLst>
        </pc:spChg>
        <pc:spChg chg="add">
          <ac:chgData name="Ye, Xiaomeng" userId="S::xye@berry.edu::e9dfea23-315e-4458-a3dd-dbb675ea709b" providerId="AD" clId="Web-{9259324F-FC96-7A22-37F0-37CA839D4864}" dt="2024-05-27T12:09:28.810" v="3942"/>
          <ac:spMkLst>
            <pc:docMk/>
            <pc:sldMk cId="1272162176" sldId="284"/>
            <ac:spMk id="9" creationId="{058A14AF-9FB5-4CC7-BA35-E8E85D3EDF0E}"/>
          </ac:spMkLst>
        </pc:spChg>
        <pc:spChg chg="add">
          <ac:chgData name="Ye, Xiaomeng" userId="S::xye@berry.edu::e9dfea23-315e-4458-a3dd-dbb675ea709b" providerId="AD" clId="Web-{9259324F-FC96-7A22-37F0-37CA839D4864}" dt="2024-05-27T12:09:28.810" v="3942"/>
          <ac:spMkLst>
            <pc:docMk/>
            <pc:sldMk cId="1272162176" sldId="284"/>
            <ac:spMk id="11" creationId="{3A9A4357-BD1D-4622-A4FE-766E6AB8DE84}"/>
          </ac:spMkLst>
        </pc:spChg>
        <pc:spChg chg="add">
          <ac:chgData name="Ye, Xiaomeng" userId="S::xye@berry.edu::e9dfea23-315e-4458-a3dd-dbb675ea709b" providerId="AD" clId="Web-{9259324F-FC96-7A22-37F0-37CA839D4864}" dt="2024-05-27T12:09:28.810" v="3942"/>
          <ac:spMkLst>
            <pc:docMk/>
            <pc:sldMk cId="1272162176" sldId="284"/>
            <ac:spMk id="13" creationId="{E659831F-0D9A-4C63-9EBB-8435B85A440F}"/>
          </ac:spMkLst>
        </pc:spChg>
        <pc:spChg chg="add">
          <ac:chgData name="Ye, Xiaomeng" userId="S::xye@berry.edu::e9dfea23-315e-4458-a3dd-dbb675ea709b" providerId="AD" clId="Web-{9259324F-FC96-7A22-37F0-37CA839D4864}" dt="2024-05-27T12:09:28.810" v="3942"/>
          <ac:spMkLst>
            <pc:docMk/>
            <pc:sldMk cId="1272162176" sldId="284"/>
            <ac:spMk id="15" creationId="{E6995CE5-F890-4ABA-82A2-26507CE8D2A3}"/>
          </ac:spMkLst>
        </pc:spChg>
        <pc:picChg chg="add mod">
          <ac:chgData name="Ye, Xiaomeng" userId="S::xye@berry.edu::e9dfea23-315e-4458-a3dd-dbb675ea709b" providerId="AD" clId="Web-{9259324F-FC96-7A22-37F0-37CA839D4864}" dt="2024-05-27T12:10:29.734" v="3958" actId="14100"/>
          <ac:picMkLst>
            <pc:docMk/>
            <pc:sldMk cId="1272162176" sldId="284"/>
            <ac:picMk id="4" creationId="{B6FD6CC4-48EC-6F0A-39E6-14DF21C561E8}"/>
          </ac:picMkLst>
        </pc:picChg>
      </pc:sldChg>
      <pc:sldChg chg="addSp delSp modSp new mod setBg">
        <pc:chgData name="Ye, Xiaomeng" userId="S::xye@berry.edu::e9dfea23-315e-4458-a3dd-dbb675ea709b" providerId="AD" clId="Web-{9259324F-FC96-7A22-37F0-37CA839D4864}" dt="2024-05-27T12:12:28.832" v="3980"/>
        <pc:sldMkLst>
          <pc:docMk/>
          <pc:sldMk cId="2977771240" sldId="285"/>
        </pc:sldMkLst>
        <pc:spChg chg="mod">
          <ac:chgData name="Ye, Xiaomeng" userId="S::xye@berry.edu::e9dfea23-315e-4458-a3dd-dbb675ea709b" providerId="AD" clId="Web-{9259324F-FC96-7A22-37F0-37CA839D4864}" dt="2024-05-27T12:12:28.832" v="3980"/>
          <ac:spMkLst>
            <pc:docMk/>
            <pc:sldMk cId="2977771240" sldId="285"/>
            <ac:spMk id="2" creationId="{768F3D83-50C1-3BB1-7E21-159C129ED408}"/>
          </ac:spMkLst>
        </pc:spChg>
        <pc:spChg chg="del">
          <ac:chgData name="Ye, Xiaomeng" userId="S::xye@berry.edu::e9dfea23-315e-4458-a3dd-dbb675ea709b" providerId="AD" clId="Web-{9259324F-FC96-7A22-37F0-37CA839D4864}" dt="2024-05-27T12:12:23.457" v="3979"/>
          <ac:spMkLst>
            <pc:docMk/>
            <pc:sldMk cId="2977771240" sldId="285"/>
            <ac:spMk id="3" creationId="{2313B487-C90E-B3DD-067E-CA269A509D70}"/>
          </ac:spMkLst>
        </pc:spChg>
        <pc:spChg chg="add">
          <ac:chgData name="Ye, Xiaomeng" userId="S::xye@berry.edu::e9dfea23-315e-4458-a3dd-dbb675ea709b" providerId="AD" clId="Web-{9259324F-FC96-7A22-37F0-37CA839D4864}" dt="2024-05-27T12:12:28.832" v="3980"/>
          <ac:spMkLst>
            <pc:docMk/>
            <pc:sldMk cId="2977771240" sldId="285"/>
            <ac:spMk id="9" creationId="{A4AC5506-6312-4701-8D3C-40187889A947}"/>
          </ac:spMkLst>
        </pc:spChg>
        <pc:picChg chg="add mod ord">
          <ac:chgData name="Ye, Xiaomeng" userId="S::xye@berry.edu::e9dfea23-315e-4458-a3dd-dbb675ea709b" providerId="AD" clId="Web-{9259324F-FC96-7A22-37F0-37CA839D4864}" dt="2024-05-27T12:12:28.832" v="3980"/>
          <ac:picMkLst>
            <pc:docMk/>
            <pc:sldMk cId="2977771240" sldId="285"/>
            <ac:picMk id="4" creationId="{FF7656A6-1437-C8A1-9572-9B03EB3FE143}"/>
          </ac:picMkLst>
        </pc:picChg>
      </pc:sldChg>
      <pc:sldChg chg="modSp new">
        <pc:chgData name="Ye, Xiaomeng" userId="S::xye@berry.edu::e9dfea23-315e-4458-a3dd-dbb675ea709b" providerId="AD" clId="Web-{9259324F-FC96-7A22-37F0-37CA839D4864}" dt="2024-05-27T12:26:05.971" v="4093" actId="20577"/>
        <pc:sldMkLst>
          <pc:docMk/>
          <pc:sldMk cId="4189702568" sldId="286"/>
        </pc:sldMkLst>
        <pc:spChg chg="mod">
          <ac:chgData name="Ye, Xiaomeng" userId="S::xye@berry.edu::e9dfea23-315e-4458-a3dd-dbb675ea709b" providerId="AD" clId="Web-{9259324F-FC96-7A22-37F0-37CA839D4864}" dt="2024-05-27T12:24:28.530" v="4086" actId="20577"/>
          <ac:spMkLst>
            <pc:docMk/>
            <pc:sldMk cId="4189702568" sldId="286"/>
            <ac:spMk id="2" creationId="{EE88C16B-13C5-46EF-BAFA-64FF364E3F33}"/>
          </ac:spMkLst>
        </pc:spChg>
        <pc:spChg chg="mod">
          <ac:chgData name="Ye, Xiaomeng" userId="S::xye@berry.edu::e9dfea23-315e-4458-a3dd-dbb675ea709b" providerId="AD" clId="Web-{9259324F-FC96-7A22-37F0-37CA839D4864}" dt="2024-05-27T12:26:05.971" v="4093" actId="20577"/>
          <ac:spMkLst>
            <pc:docMk/>
            <pc:sldMk cId="4189702568" sldId="286"/>
            <ac:spMk id="3" creationId="{CA48DD96-8FAD-0753-B659-E0A67368D194}"/>
          </ac:spMkLst>
        </pc:spChg>
      </pc:sldChg>
      <pc:sldChg chg="modSp new">
        <pc:chgData name="Ye, Xiaomeng" userId="S::xye@berry.edu::e9dfea23-315e-4458-a3dd-dbb675ea709b" providerId="AD" clId="Web-{9259324F-FC96-7A22-37F0-37CA839D4864}" dt="2024-05-27T12:29:11.837" v="4157" actId="20577"/>
        <pc:sldMkLst>
          <pc:docMk/>
          <pc:sldMk cId="1131729627" sldId="287"/>
        </pc:sldMkLst>
        <pc:spChg chg="mod">
          <ac:chgData name="Ye, Xiaomeng" userId="S::xye@berry.edu::e9dfea23-315e-4458-a3dd-dbb675ea709b" providerId="AD" clId="Web-{9259324F-FC96-7A22-37F0-37CA839D4864}" dt="2024-05-27T12:26:33.800" v="4118" actId="20577"/>
          <ac:spMkLst>
            <pc:docMk/>
            <pc:sldMk cId="1131729627" sldId="287"/>
            <ac:spMk id="2" creationId="{C6A59F34-F45F-2F7E-B780-196CB2A8ED3B}"/>
          </ac:spMkLst>
        </pc:spChg>
        <pc:spChg chg="mod">
          <ac:chgData name="Ye, Xiaomeng" userId="S::xye@berry.edu::e9dfea23-315e-4458-a3dd-dbb675ea709b" providerId="AD" clId="Web-{9259324F-FC96-7A22-37F0-37CA839D4864}" dt="2024-05-27T12:29:11.837" v="4157" actId="20577"/>
          <ac:spMkLst>
            <pc:docMk/>
            <pc:sldMk cId="1131729627" sldId="287"/>
            <ac:spMk id="3" creationId="{31459710-AE46-48A4-E1A3-0176505BAAB0}"/>
          </ac:spMkLst>
        </pc:spChg>
      </pc:sldChg>
    </pc:docChg>
  </pc:docChgLst>
  <pc:docChgLst>
    <pc:chgData name="leake@indiana.edu" userId="S::urn:spo:guest#leake@indiana.edu::" providerId="AD" clId="Web-{43B922A8-F95D-91CD-53B9-1304580F6AA3}"/>
    <pc:docChg chg="modSld">
      <pc:chgData name="leake@indiana.edu" userId="S::urn:spo:guest#leake@indiana.edu::" providerId="AD" clId="Web-{43B922A8-F95D-91CD-53B9-1304580F6AA3}" dt="2024-06-26T14:32:25.791" v="103"/>
      <pc:docMkLst>
        <pc:docMk/>
      </pc:docMkLst>
      <pc:sldChg chg="addSp modSp addAnim delAnim modAnim modNotes">
        <pc:chgData name="leake@indiana.edu" userId="S::urn:spo:guest#leake@indiana.edu::" providerId="AD" clId="Web-{43B922A8-F95D-91CD-53B9-1304580F6AA3}" dt="2024-06-26T14:32:25.791" v="103"/>
        <pc:sldMkLst>
          <pc:docMk/>
          <pc:sldMk cId="1416125810" sldId="263"/>
        </pc:sldMkLst>
        <pc:spChg chg="mod">
          <ac:chgData name="leake@indiana.edu" userId="S::urn:spo:guest#leake@indiana.edu::" providerId="AD" clId="Web-{43B922A8-F95D-91CD-53B9-1304580F6AA3}" dt="2024-06-26T14:27:54.485" v="89" actId="1076"/>
          <ac:spMkLst>
            <pc:docMk/>
            <pc:sldMk cId="1416125810" sldId="263"/>
            <ac:spMk id="2" creationId="{2C64E7E3-DC0A-836D-4298-7B948E17A1BF}"/>
          </ac:spMkLst>
        </pc:spChg>
        <pc:spChg chg="mod">
          <ac:chgData name="leake@indiana.edu" userId="S::urn:spo:guest#leake@indiana.edu::" providerId="AD" clId="Web-{43B922A8-F95D-91CD-53B9-1304580F6AA3}" dt="2024-06-26T14:27:58.048" v="90" actId="1076"/>
          <ac:spMkLst>
            <pc:docMk/>
            <pc:sldMk cId="1416125810" sldId="263"/>
            <ac:spMk id="3" creationId="{A0AC570C-59FD-F598-D9D7-6E71C0013C97}"/>
          </ac:spMkLst>
        </pc:spChg>
        <pc:spChg chg="add mod">
          <ac:chgData name="leake@indiana.edu" userId="S::urn:spo:guest#leake@indiana.edu::" providerId="AD" clId="Web-{43B922A8-F95D-91CD-53B9-1304580F6AA3}" dt="2024-06-26T14:19:01.282" v="57" actId="1076"/>
          <ac:spMkLst>
            <pc:docMk/>
            <pc:sldMk cId="1416125810" sldId="263"/>
            <ac:spMk id="5" creationId="{6A53251C-8C32-B794-1675-BC6076C7E7F9}"/>
          </ac:spMkLst>
        </pc:spChg>
        <pc:picChg chg="add mod">
          <ac:chgData name="leake@indiana.edu" userId="S::urn:spo:guest#leake@indiana.edu::" providerId="AD" clId="Web-{43B922A8-F95D-91CD-53B9-1304580F6AA3}" dt="2024-06-26T14:15:01.587" v="3" actId="14100"/>
          <ac:picMkLst>
            <pc:docMk/>
            <pc:sldMk cId="1416125810" sldId="263"/>
            <ac:picMk id="4" creationId="{F53E8A62-8403-AFF7-73C0-0E1CB718CB78}"/>
          </ac:picMkLst>
        </pc:picChg>
        <pc:picChg chg="add mod">
          <ac:chgData name="leake@indiana.edu" userId="S::urn:spo:guest#leake@indiana.edu::" providerId="AD" clId="Web-{43B922A8-F95D-91CD-53B9-1304580F6AA3}" dt="2024-06-26T14:27:11.422" v="84" actId="1076"/>
          <ac:picMkLst>
            <pc:docMk/>
            <pc:sldMk cId="1416125810" sldId="263"/>
            <ac:picMk id="6" creationId="{4914CA92-E979-1697-F830-10E6043ECEA3}"/>
          </ac:picMkLst>
        </pc:picChg>
        <pc:picChg chg="add mod">
          <ac:chgData name="leake@indiana.edu" userId="S::urn:spo:guest#leake@indiana.edu::" providerId="AD" clId="Web-{43B922A8-F95D-91CD-53B9-1304580F6AA3}" dt="2024-06-26T14:27:33.407" v="86" actId="1076"/>
          <ac:picMkLst>
            <pc:docMk/>
            <pc:sldMk cId="1416125810" sldId="263"/>
            <ac:picMk id="7" creationId="{D5BF1B18-14CF-D530-6E99-D24CBB47BDCA}"/>
          </ac:picMkLst>
        </pc:picChg>
      </pc:sldChg>
    </pc:docChg>
  </pc:docChgLst>
  <pc:docChgLst>
    <pc:chgData name="leake@indiana.edu" userId="S::urn:spo:guest#leake@indiana.edu::" providerId="AD" clId="Web-{0A752609-18A3-0CA9-6F4A-9B164186EB8B}"/>
    <pc:docChg chg="modSld">
      <pc:chgData name="leake@indiana.edu" userId="S::urn:spo:guest#leake@indiana.edu::" providerId="AD" clId="Web-{0A752609-18A3-0CA9-6F4A-9B164186EB8B}" dt="2024-06-11T03:29:11.015" v="72" actId="20577"/>
      <pc:docMkLst>
        <pc:docMk/>
      </pc:docMkLst>
      <pc:sldChg chg="addCm">
        <pc:chgData name="leake@indiana.edu" userId="S::urn:spo:guest#leake@indiana.edu::" providerId="AD" clId="Web-{0A752609-18A3-0CA9-6F4A-9B164186EB8B}" dt="2024-06-11T02:48:26.255" v="0"/>
        <pc:sldMkLst>
          <pc:docMk/>
          <pc:sldMk cId="2231896775" sldId="259"/>
        </pc:sldMkLst>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0A752609-18A3-0CA9-6F4A-9B164186EB8B}" dt="2024-06-11T02:48:26.255" v="0"/>
              <pc2:cmMkLst xmlns:pc2="http://schemas.microsoft.com/office/powerpoint/2019/9/main/command">
                <pc:docMk/>
                <pc:sldMk cId="2231896775" sldId="259"/>
                <pc2:cmMk id="{6C1DE095-3937-4D36-8E80-650804E59344}"/>
              </pc2:cmMkLst>
            </pc226:cmChg>
          </p:ext>
        </pc:extLst>
      </pc:sldChg>
      <pc:sldChg chg="addCm">
        <pc:chgData name="leake@indiana.edu" userId="S::urn:spo:guest#leake@indiana.edu::" providerId="AD" clId="Web-{0A752609-18A3-0CA9-6F4A-9B164186EB8B}" dt="2024-06-11T03:26:31.323" v="21"/>
        <pc:sldMkLst>
          <pc:docMk/>
          <pc:sldMk cId="959618595" sldId="266"/>
        </pc:sldMkLst>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0A752609-18A3-0CA9-6F4A-9B164186EB8B}" dt="2024-06-11T03:26:31.323" v="21"/>
              <pc2:cmMkLst xmlns:pc2="http://schemas.microsoft.com/office/powerpoint/2019/9/main/command">
                <pc:docMk/>
                <pc:sldMk cId="959618595" sldId="266"/>
                <pc2:cmMk id="{9D4AEC53-463A-4801-BE7F-CA30002B1E10}"/>
              </pc2:cmMkLst>
            </pc226:cmChg>
          </p:ext>
        </pc:extLst>
      </pc:sldChg>
      <pc:sldChg chg="modSp">
        <pc:chgData name="leake@indiana.edu" userId="S::urn:spo:guest#leake@indiana.edu::" providerId="AD" clId="Web-{0A752609-18A3-0CA9-6F4A-9B164186EB8B}" dt="2024-06-11T03:29:11.015" v="72" actId="20577"/>
        <pc:sldMkLst>
          <pc:docMk/>
          <pc:sldMk cId="1657267016" sldId="267"/>
        </pc:sldMkLst>
        <pc:spChg chg="mod">
          <ac:chgData name="leake@indiana.edu" userId="S::urn:spo:guest#leake@indiana.edu::" providerId="AD" clId="Web-{0A752609-18A3-0CA9-6F4A-9B164186EB8B}" dt="2024-06-11T03:29:11.015" v="72" actId="20577"/>
          <ac:spMkLst>
            <pc:docMk/>
            <pc:sldMk cId="1657267016" sldId="267"/>
            <ac:spMk id="2" creationId="{7AD303C7-9EDE-D859-5CA7-BF786516E74D}"/>
          </ac:spMkLst>
        </pc:spChg>
      </pc:sldChg>
      <pc:sldChg chg="addCm">
        <pc:chgData name="leake@indiana.edu" userId="S::urn:spo:guest#leake@indiana.edu::" providerId="AD" clId="Web-{0A752609-18A3-0CA9-6F4A-9B164186EB8B}" dt="2024-06-11T02:56:27.848" v="1"/>
        <pc:sldMkLst>
          <pc:docMk/>
          <pc:sldMk cId="1722546881" sldId="269"/>
        </pc:sldMkLst>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0A752609-18A3-0CA9-6F4A-9B164186EB8B}" dt="2024-06-11T02:56:27.848" v="1"/>
              <pc2:cmMkLst xmlns:pc2="http://schemas.microsoft.com/office/powerpoint/2019/9/main/command">
                <pc:docMk/>
                <pc:sldMk cId="1722546881" sldId="269"/>
                <pc2:cmMk id="{9EB5D541-44B7-47B8-BA3D-F274AF0066BE}"/>
              </pc2:cmMkLst>
            </pc226:cmChg>
          </p:ext>
        </pc:extLst>
      </pc:sldChg>
      <pc:sldChg chg="modSp addCm">
        <pc:chgData name="leake@indiana.edu" userId="S::urn:spo:guest#leake@indiana.edu::" providerId="AD" clId="Web-{0A752609-18A3-0CA9-6F4A-9B164186EB8B}" dt="2024-06-11T02:59:09.728" v="20"/>
        <pc:sldMkLst>
          <pc:docMk/>
          <pc:sldMk cId="169548117" sldId="270"/>
        </pc:sldMkLst>
        <pc:spChg chg="mod">
          <ac:chgData name="leake@indiana.edu" userId="S::urn:spo:guest#leake@indiana.edu::" providerId="AD" clId="Web-{0A752609-18A3-0CA9-6F4A-9B164186EB8B}" dt="2024-06-11T02:58:32.320" v="19" actId="20577"/>
          <ac:spMkLst>
            <pc:docMk/>
            <pc:sldMk cId="169548117" sldId="270"/>
            <ac:spMk id="2" creationId="{7AD303C7-9EDE-D859-5CA7-BF786516E74D}"/>
          </ac:spMkLst>
        </pc:spChg>
        <pc:extLst>
          <p:ext xmlns:p="http://schemas.openxmlformats.org/presentationml/2006/main" uri="{D6D511B9-2390-475A-947B-AFAB55BFBCF1}">
            <pc226:cmChg xmlns:pc226="http://schemas.microsoft.com/office/powerpoint/2022/06/main/command" chg="add">
              <pc226:chgData name="leake@indiana.edu" userId="S::urn:spo:guest#leake@indiana.edu::" providerId="AD" clId="Web-{0A752609-18A3-0CA9-6F4A-9B164186EB8B}" dt="2024-06-11T02:59:09.728" v="20"/>
              <pc2:cmMkLst xmlns:pc2="http://schemas.microsoft.com/office/powerpoint/2019/9/main/command">
                <pc:docMk/>
                <pc:sldMk cId="169548117" sldId="270"/>
                <pc2:cmMk id="{ECD3FC88-6DF5-4E0D-B415-F78CF8680A38}"/>
              </pc2:cmMkLst>
            </pc226:cmChg>
          </p:ext>
        </pc:extLst>
      </pc:sldChg>
      <pc:sldChg chg="modSp">
        <pc:chgData name="leake@indiana.edu" userId="S::urn:spo:guest#leake@indiana.edu::" providerId="AD" clId="Web-{0A752609-18A3-0CA9-6F4A-9B164186EB8B}" dt="2024-06-11T03:28:05.857" v="52" actId="20577"/>
        <pc:sldMkLst>
          <pc:docMk/>
          <pc:sldMk cId="2635668199" sldId="273"/>
        </pc:sldMkLst>
        <pc:spChg chg="mod">
          <ac:chgData name="leake@indiana.edu" userId="S::urn:spo:guest#leake@indiana.edu::" providerId="AD" clId="Web-{0A752609-18A3-0CA9-6F4A-9B164186EB8B}" dt="2024-06-11T03:28:05.857" v="52" actId="20577"/>
          <ac:spMkLst>
            <pc:docMk/>
            <pc:sldMk cId="2635668199" sldId="273"/>
            <ac:spMk id="2" creationId="{7AD303C7-9EDE-D859-5CA7-BF786516E74D}"/>
          </ac:spMkLst>
        </pc:spChg>
      </pc:sldChg>
      <pc:sldChg chg="modSp">
        <pc:chgData name="leake@indiana.edu" userId="S::urn:spo:guest#leake@indiana.edu::" providerId="AD" clId="Web-{0A752609-18A3-0CA9-6F4A-9B164186EB8B}" dt="2024-06-11T03:28:23.810" v="58" actId="20577"/>
        <pc:sldMkLst>
          <pc:docMk/>
          <pc:sldMk cId="2820553088" sldId="274"/>
        </pc:sldMkLst>
        <pc:spChg chg="mod">
          <ac:chgData name="leake@indiana.edu" userId="S::urn:spo:guest#leake@indiana.edu::" providerId="AD" clId="Web-{0A752609-18A3-0CA9-6F4A-9B164186EB8B}" dt="2024-06-11T03:28:23.810" v="58" actId="20577"/>
          <ac:spMkLst>
            <pc:docMk/>
            <pc:sldMk cId="2820553088" sldId="274"/>
            <ac:spMk id="2" creationId="{8E309E2A-C676-49D3-EE9E-279067D522DE}"/>
          </ac:spMkLst>
        </pc:spChg>
      </pc:sldChg>
    </pc:docChg>
  </pc:docChgLst>
  <pc:docChgLst>
    <pc:chgData name="leake@indiana.edu" userId="S::urn:spo:guest#leake@indiana.edu::" providerId="AD" clId="Web-{951824F9-065A-609D-16BB-52630FC189DB}"/>
    <pc:docChg chg="modSld">
      <pc:chgData name="leake@indiana.edu" userId="S::urn:spo:guest#leake@indiana.edu::" providerId="AD" clId="Web-{951824F9-065A-609D-16BB-52630FC189DB}" dt="2024-05-28T20:40:22.005" v="2" actId="20577"/>
      <pc:docMkLst>
        <pc:docMk/>
      </pc:docMkLst>
      <pc:sldChg chg="modSp">
        <pc:chgData name="leake@indiana.edu" userId="S::urn:spo:guest#leake@indiana.edu::" providerId="AD" clId="Web-{951824F9-065A-609D-16BB-52630FC189DB}" dt="2024-05-28T20:40:22.005" v="2" actId="20577"/>
        <pc:sldMkLst>
          <pc:docMk/>
          <pc:sldMk cId="2988885124" sldId="282"/>
        </pc:sldMkLst>
        <pc:spChg chg="mod">
          <ac:chgData name="leake@indiana.edu" userId="S::urn:spo:guest#leake@indiana.edu::" providerId="AD" clId="Web-{951824F9-065A-609D-16BB-52630FC189DB}" dt="2024-05-28T20:40:22.005" v="2" actId="20577"/>
          <ac:spMkLst>
            <pc:docMk/>
            <pc:sldMk cId="2988885124" sldId="282"/>
            <ac:spMk id="3" creationId="{A823B790-F88A-AB08-1449-79335E3F3D2B}"/>
          </ac:spMkLst>
        </pc:spChg>
      </pc:sldChg>
    </pc:docChg>
  </pc:docChgLst>
  <pc:docChgLst>
    <pc:chgData name="leake@indiana.edu" userId="S::urn:spo:guest#leake@indiana.edu::" providerId="AD" clId="Web-{16A8D70F-3631-5667-DE3D-EC5CA608232E}"/>
    <pc:docChg chg="addSld modSld">
      <pc:chgData name="leake@indiana.edu" userId="S::urn:spo:guest#leake@indiana.edu::" providerId="AD" clId="Web-{16A8D70F-3631-5667-DE3D-EC5CA608232E}" dt="2024-06-29T23:07:52.201" v="404" actId="20577"/>
      <pc:docMkLst>
        <pc:docMk/>
      </pc:docMkLst>
      <pc:sldChg chg="modSp">
        <pc:chgData name="leake@indiana.edu" userId="S::urn:spo:guest#leake@indiana.edu::" providerId="AD" clId="Web-{16A8D70F-3631-5667-DE3D-EC5CA608232E}" dt="2024-06-29T22:23:59.154" v="108" actId="20577"/>
        <pc:sldMkLst>
          <pc:docMk/>
          <pc:sldMk cId="1764297785" sldId="257"/>
        </pc:sldMkLst>
        <pc:spChg chg="mod">
          <ac:chgData name="leake@indiana.edu" userId="S::urn:spo:guest#leake@indiana.edu::" providerId="AD" clId="Web-{16A8D70F-3631-5667-DE3D-EC5CA608232E}" dt="2024-06-29T22:23:59.154" v="108" actId="20577"/>
          <ac:spMkLst>
            <pc:docMk/>
            <pc:sldMk cId="1764297785" sldId="257"/>
            <ac:spMk id="3" creationId="{E43479D2-6FC0-3B58-708F-DC2A9E85AEC7}"/>
          </ac:spMkLst>
        </pc:spChg>
      </pc:sldChg>
      <pc:sldChg chg="modSp">
        <pc:chgData name="leake@indiana.edu" userId="S::urn:spo:guest#leake@indiana.edu::" providerId="AD" clId="Web-{16A8D70F-3631-5667-DE3D-EC5CA608232E}" dt="2024-06-29T22:27:54.834" v="146" actId="20577"/>
        <pc:sldMkLst>
          <pc:docMk/>
          <pc:sldMk cId="725056272" sldId="260"/>
        </pc:sldMkLst>
        <pc:spChg chg="mod">
          <ac:chgData name="leake@indiana.edu" userId="S::urn:spo:guest#leake@indiana.edu::" providerId="AD" clId="Web-{16A8D70F-3631-5667-DE3D-EC5CA608232E}" dt="2024-06-29T22:27:54.834" v="146" actId="20577"/>
          <ac:spMkLst>
            <pc:docMk/>
            <pc:sldMk cId="725056272" sldId="260"/>
            <ac:spMk id="2" creationId="{6349E650-E665-ACFA-B823-F276C3A3D93E}"/>
          </ac:spMkLst>
        </pc:spChg>
      </pc:sldChg>
      <pc:sldChg chg="modSp">
        <pc:chgData name="leake@indiana.edu" userId="S::urn:spo:guest#leake@indiana.edu::" providerId="AD" clId="Web-{16A8D70F-3631-5667-DE3D-EC5CA608232E}" dt="2024-06-29T22:26:59.114" v="137" actId="20577"/>
        <pc:sldMkLst>
          <pc:docMk/>
          <pc:sldMk cId="659677053" sldId="261"/>
        </pc:sldMkLst>
        <pc:spChg chg="mod">
          <ac:chgData name="leake@indiana.edu" userId="S::urn:spo:guest#leake@indiana.edu::" providerId="AD" clId="Web-{16A8D70F-3631-5667-DE3D-EC5CA608232E}" dt="2024-06-29T22:26:59.114" v="137" actId="20577"/>
          <ac:spMkLst>
            <pc:docMk/>
            <pc:sldMk cId="659677053" sldId="261"/>
            <ac:spMk id="2" creationId="{8BE3AB48-45DA-634B-C185-CD9624595C24}"/>
          </ac:spMkLst>
        </pc:spChg>
      </pc:sldChg>
      <pc:sldChg chg="delSp modSp delCm modCm">
        <pc:chgData name="leake@indiana.edu" userId="S::urn:spo:guest#leake@indiana.edu::" providerId="AD" clId="Web-{16A8D70F-3631-5667-DE3D-EC5CA608232E}" dt="2024-06-29T22:43:27.134" v="317"/>
        <pc:sldMkLst>
          <pc:docMk/>
          <pc:sldMk cId="2281576576" sldId="262"/>
        </pc:sldMkLst>
        <pc:spChg chg="mod">
          <ac:chgData name="leake@indiana.edu" userId="S::urn:spo:guest#leake@indiana.edu::" providerId="AD" clId="Web-{16A8D70F-3631-5667-DE3D-EC5CA608232E}" dt="2024-06-29T22:28:19.507" v="151" actId="20577"/>
          <ac:spMkLst>
            <pc:docMk/>
            <pc:sldMk cId="2281576576" sldId="262"/>
            <ac:spMk id="2" creationId="{8BE3AB48-45DA-634B-C185-CD9624595C24}"/>
          </ac:spMkLst>
        </pc:spChg>
        <pc:spChg chg="mod">
          <ac:chgData name="leake@indiana.edu" userId="S::urn:spo:guest#leake@indiana.edu::" providerId="AD" clId="Web-{16A8D70F-3631-5667-DE3D-EC5CA608232E}" dt="2024-06-29T22:43:27.056" v="316" actId="20577"/>
          <ac:spMkLst>
            <pc:docMk/>
            <pc:sldMk cId="2281576576" sldId="262"/>
            <ac:spMk id="3" creationId="{6692C307-72F3-9303-68E8-0A7DA74C6BCA}"/>
          </ac:spMkLst>
        </pc:spChg>
        <pc:spChg chg="del">
          <ac:chgData name="leake@indiana.edu" userId="S::urn:spo:guest#leake@indiana.edu::" providerId="AD" clId="Web-{16A8D70F-3631-5667-DE3D-EC5CA608232E}" dt="2024-06-29T22:20:43.304" v="44"/>
          <ac:spMkLst>
            <pc:docMk/>
            <pc:sldMk cId="2281576576" sldId="262"/>
            <ac:spMk id="5" creationId="{99CDEAA8-9807-6EA2-EB0D-82D6276F4869}"/>
          </ac:spMkLst>
        </pc:spChg>
        <pc:spChg chg="del mod">
          <ac:chgData name="leake@indiana.edu" userId="S::urn:spo:guest#leake@indiana.edu::" providerId="AD" clId="Web-{16A8D70F-3631-5667-DE3D-EC5CA608232E}" dt="2024-06-29T22:20:43.304" v="43"/>
          <ac:spMkLst>
            <pc:docMk/>
            <pc:sldMk cId="2281576576" sldId="262"/>
            <ac:spMk id="6" creationId="{C7FBAF45-E05A-48AF-44AC-52A47C2F48B7}"/>
          </ac:spMkLst>
        </pc:spChg>
        <pc:picChg chg="del">
          <ac:chgData name="leake@indiana.edu" userId="S::urn:spo:guest#leake@indiana.edu::" providerId="AD" clId="Web-{16A8D70F-3631-5667-DE3D-EC5CA608232E}" dt="2024-06-29T22:20:43.304" v="45"/>
          <ac:picMkLst>
            <pc:docMk/>
            <pc:sldMk cId="2281576576" sldId="262"/>
            <ac:picMk id="4" creationId="{86128ABC-4601-0C1E-C65D-018B1A77C53E}"/>
          </ac:picMkLst>
        </pc:picChg>
        <pc:extLst>
          <p:ext xmlns:p="http://schemas.openxmlformats.org/presentationml/2006/main" uri="{D6D511B9-2390-475A-947B-AFAB55BFBCF1}">
            <pc226:cmChg xmlns:pc226="http://schemas.microsoft.com/office/powerpoint/2022/06/main/command" chg="del mod">
              <pc226:chgData name="leake@indiana.edu" userId="S::urn:spo:guest#leake@indiana.edu::" providerId="AD" clId="Web-{16A8D70F-3631-5667-DE3D-EC5CA608232E}" dt="2024-06-29T22:43:27.134" v="317"/>
              <pc2:cmMkLst xmlns:pc2="http://schemas.microsoft.com/office/powerpoint/2019/9/main/command">
                <pc:docMk/>
                <pc:sldMk cId="2281576576" sldId="262"/>
                <pc2:cmMk id="{4AD70651-AC46-4970-86D2-B4AA05545D8E}"/>
              </pc2:cmMkLst>
            </pc226:cmChg>
          </p:ext>
        </pc:extLst>
      </pc:sldChg>
      <pc:sldChg chg="modSp">
        <pc:chgData name="leake@indiana.edu" userId="S::urn:spo:guest#leake@indiana.edu::" providerId="AD" clId="Web-{16A8D70F-3631-5667-DE3D-EC5CA608232E}" dt="2024-06-29T22:25:39.064" v="115" actId="20577"/>
        <pc:sldMkLst>
          <pc:docMk/>
          <pc:sldMk cId="2988885124" sldId="282"/>
        </pc:sldMkLst>
        <pc:spChg chg="mod">
          <ac:chgData name="leake@indiana.edu" userId="S::urn:spo:guest#leake@indiana.edu::" providerId="AD" clId="Web-{16A8D70F-3631-5667-DE3D-EC5CA608232E}" dt="2024-06-29T22:25:39.064" v="115" actId="20577"/>
          <ac:spMkLst>
            <pc:docMk/>
            <pc:sldMk cId="2988885124" sldId="282"/>
            <ac:spMk id="3" creationId="{A823B790-F88A-AB08-1449-79335E3F3D2B}"/>
          </ac:spMkLst>
        </pc:spChg>
      </pc:sldChg>
      <pc:sldChg chg="modSp">
        <pc:chgData name="leake@indiana.edu" userId="S::urn:spo:guest#leake@indiana.edu::" providerId="AD" clId="Web-{16A8D70F-3631-5667-DE3D-EC5CA608232E}" dt="2024-06-29T23:07:52.201" v="404" actId="20577"/>
        <pc:sldMkLst>
          <pc:docMk/>
          <pc:sldMk cId="1229690806" sldId="291"/>
        </pc:sldMkLst>
        <pc:spChg chg="mod">
          <ac:chgData name="leake@indiana.edu" userId="S::urn:spo:guest#leake@indiana.edu::" providerId="AD" clId="Web-{16A8D70F-3631-5667-DE3D-EC5CA608232E}" dt="2024-06-29T23:07:12.043" v="393" actId="1076"/>
          <ac:spMkLst>
            <pc:docMk/>
            <pc:sldMk cId="1229690806" sldId="291"/>
            <ac:spMk id="2" creationId="{019B873F-8DED-C78D-C02F-540715F165D4}"/>
          </ac:spMkLst>
        </pc:spChg>
        <pc:spChg chg="mod">
          <ac:chgData name="leake@indiana.edu" userId="S::urn:spo:guest#leake@indiana.edu::" providerId="AD" clId="Web-{16A8D70F-3631-5667-DE3D-EC5CA608232E}" dt="2024-06-29T23:07:52.201" v="404" actId="20577"/>
          <ac:spMkLst>
            <pc:docMk/>
            <pc:sldMk cId="1229690806" sldId="291"/>
            <ac:spMk id="3" creationId="{E76D1ACD-812E-23E7-3E16-803D7FEA2D40}"/>
          </ac:spMkLst>
        </pc:spChg>
      </pc:sldChg>
      <pc:sldChg chg="modSp new">
        <pc:chgData name="leake@indiana.edu" userId="S::urn:spo:guest#leake@indiana.edu::" providerId="AD" clId="Web-{16A8D70F-3631-5667-DE3D-EC5CA608232E}" dt="2024-06-29T21:57:04.248" v="7" actId="20577"/>
        <pc:sldMkLst>
          <pc:docMk/>
          <pc:sldMk cId="179846729" sldId="295"/>
        </pc:sldMkLst>
        <pc:spChg chg="mod">
          <ac:chgData name="leake@indiana.edu" userId="S::urn:spo:guest#leake@indiana.edu::" providerId="AD" clId="Web-{16A8D70F-3631-5667-DE3D-EC5CA608232E}" dt="2024-06-29T21:56:58.748" v="6" actId="20577"/>
          <ac:spMkLst>
            <pc:docMk/>
            <pc:sldMk cId="179846729" sldId="295"/>
            <ac:spMk id="2" creationId="{76FD5447-B0D5-C941-9500-D344AD88CADD}"/>
          </ac:spMkLst>
        </pc:spChg>
        <pc:spChg chg="mod">
          <ac:chgData name="leake@indiana.edu" userId="S::urn:spo:guest#leake@indiana.edu::" providerId="AD" clId="Web-{16A8D70F-3631-5667-DE3D-EC5CA608232E}" dt="2024-06-29T21:57:04.248" v="7" actId="20577"/>
          <ac:spMkLst>
            <pc:docMk/>
            <pc:sldMk cId="179846729" sldId="295"/>
            <ac:spMk id="3" creationId="{C298AA27-1F83-CBAF-4E43-2402FBD75CEE}"/>
          </ac:spMkLst>
        </pc:spChg>
      </pc:sldChg>
    </pc:docChg>
  </pc:docChgLst>
  <pc:docChgLst>
    <pc:chgData name="leake@indiana.edu" userId="S::urn:spo:guest#leake@indiana.edu::" providerId="AD" clId="Web-{CC23B38D-C814-6FB0-433B-EA2043EC1372}"/>
    <pc:docChg chg="modSld">
      <pc:chgData name="leake@indiana.edu" userId="S::urn:spo:guest#leake@indiana.edu::" providerId="AD" clId="Web-{CC23B38D-C814-6FB0-433B-EA2043EC1372}" dt="2024-06-26T14:45:36.563" v="7" actId="20577"/>
      <pc:docMkLst>
        <pc:docMk/>
      </pc:docMkLst>
      <pc:sldChg chg="modSp addAnim modAnim">
        <pc:chgData name="leake@indiana.edu" userId="S::urn:spo:guest#leake@indiana.edu::" providerId="AD" clId="Web-{CC23B38D-C814-6FB0-433B-EA2043EC1372}" dt="2024-06-26T14:45:36.563" v="7" actId="20577"/>
        <pc:sldMkLst>
          <pc:docMk/>
          <pc:sldMk cId="1416125810" sldId="263"/>
        </pc:sldMkLst>
        <pc:spChg chg="mod">
          <ac:chgData name="leake@indiana.edu" userId="S::urn:spo:guest#leake@indiana.edu::" providerId="AD" clId="Web-{CC23B38D-C814-6FB0-433B-EA2043EC1372}" dt="2024-06-26T14:45:36.563" v="7" actId="20577"/>
          <ac:spMkLst>
            <pc:docMk/>
            <pc:sldMk cId="1416125810" sldId="263"/>
            <ac:spMk id="3" creationId="{A0AC570C-59FD-F598-D9D7-6E71C0013C97}"/>
          </ac:spMkLst>
        </pc:spChg>
      </pc:sldChg>
    </pc:docChg>
  </pc:docChgLst>
  <pc:docChgLst>
    <pc:chgData name="Ye, Xiaomeng" userId="S::xye@berry.edu::e9dfea23-315e-4458-a3dd-dbb675ea709b" providerId="AD" clId="Web-{18B2C32F-A70E-F9AE-F649-ACA94FD3B3B5}"/>
    <pc:docChg chg="addSld modSld">
      <pc:chgData name="Ye, Xiaomeng" userId="S::xye@berry.edu::e9dfea23-315e-4458-a3dd-dbb675ea709b" providerId="AD" clId="Web-{18B2C32F-A70E-F9AE-F649-ACA94FD3B3B5}" dt="2024-06-21T15:57:33.250" v="401" actId="20577"/>
      <pc:docMkLst>
        <pc:docMk/>
      </pc:docMkLst>
      <pc:sldChg chg="modSp modCm">
        <pc:chgData name="Ye, Xiaomeng" userId="S::xye@berry.edu::e9dfea23-315e-4458-a3dd-dbb675ea709b" providerId="AD" clId="Web-{18B2C32F-A70E-F9AE-F649-ACA94FD3B3B5}" dt="2024-06-21T15:55:08.370" v="368" actId="20577"/>
        <pc:sldMkLst>
          <pc:docMk/>
          <pc:sldMk cId="4189702568" sldId="286"/>
        </pc:sldMkLst>
        <pc:spChg chg="mod">
          <ac:chgData name="Ye, Xiaomeng" userId="S::xye@berry.edu::e9dfea23-315e-4458-a3dd-dbb675ea709b" providerId="AD" clId="Web-{18B2C32F-A70E-F9AE-F649-ACA94FD3B3B5}" dt="2024-06-21T15:55:08.370" v="368" actId="20577"/>
          <ac:spMkLst>
            <pc:docMk/>
            <pc:sldMk cId="4189702568" sldId="286"/>
            <ac:spMk id="3" creationId="{CA48DD96-8FAD-0753-B659-E0A67368D194}"/>
          </ac:spMkLst>
        </pc:spChg>
        <pc:extLst>
          <p:ext xmlns:p="http://schemas.openxmlformats.org/presentationml/2006/main" uri="{D6D511B9-2390-475A-947B-AFAB55BFBCF1}">
            <pc226:cmChg xmlns:pc226="http://schemas.microsoft.com/office/powerpoint/2022/06/main/command" chg="">
              <pc226:chgData name="Ye, Xiaomeng" userId="S::xye@berry.edu::e9dfea23-315e-4458-a3dd-dbb675ea709b" providerId="AD" clId="Web-{18B2C32F-A70E-F9AE-F649-ACA94FD3B3B5}" dt="2024-06-21T15:54:14.681" v="364"/>
              <pc2:cmMkLst xmlns:pc2="http://schemas.microsoft.com/office/powerpoint/2019/9/main/command">
                <pc:docMk/>
                <pc:sldMk cId="4189702568" sldId="286"/>
                <pc2:cmMk id="{84E055F7-913E-4FF0-87D9-2908B6FB9C9B}"/>
              </pc2:cmMkLst>
              <pc226:cmRplyChg chg="add">
                <pc226:chgData name="Ye, Xiaomeng" userId="S::xye@berry.edu::e9dfea23-315e-4458-a3dd-dbb675ea709b" providerId="AD" clId="Web-{18B2C32F-A70E-F9AE-F649-ACA94FD3B3B5}" dt="2024-06-21T15:54:14.681" v="364"/>
                <pc2:cmRplyMkLst xmlns:pc2="http://schemas.microsoft.com/office/powerpoint/2019/9/main/command">
                  <pc:docMk/>
                  <pc:sldMk cId="4189702568" sldId="286"/>
                  <pc2:cmMk id="{84E055F7-913E-4FF0-87D9-2908B6FB9C9B}"/>
                  <pc2:cmRplyMk id="{AC851C75-976E-4933-8427-3B5E3D59FC2C}"/>
                </pc2:cmRplyMkLst>
              </pc226:cmRplyChg>
              <pc226:cmRplyChg chg="add">
                <pc226:chgData name="Ye, Xiaomeng" userId="S::xye@berry.edu::e9dfea23-315e-4458-a3dd-dbb675ea709b" providerId="AD" clId="Web-{18B2C32F-A70E-F9AE-F649-ACA94FD3B3B5}" dt="2024-06-21T15:46:25.868" v="120"/>
                <pc2:cmRplyMkLst xmlns:pc2="http://schemas.microsoft.com/office/powerpoint/2019/9/main/command">
                  <pc:docMk/>
                  <pc:sldMk cId="4189702568" sldId="286"/>
                  <pc2:cmMk id="{84E055F7-913E-4FF0-87D9-2908B6FB9C9B}"/>
                  <pc2:cmRplyMk id="{1D7E82B9-F265-4D8F-80F4-215046EB16F8}"/>
                </pc2:cmRplyMkLst>
              </pc226:cmRplyChg>
            </pc226:cmChg>
          </p:ext>
        </pc:extLst>
      </pc:sldChg>
      <pc:sldChg chg="modSp modCm">
        <pc:chgData name="Ye, Xiaomeng" userId="S::xye@berry.edu::e9dfea23-315e-4458-a3dd-dbb675ea709b" providerId="AD" clId="Web-{18B2C32F-A70E-F9AE-F649-ACA94FD3B3B5}" dt="2024-06-21T15:57:33.250" v="401" actId="20577"/>
        <pc:sldMkLst>
          <pc:docMk/>
          <pc:sldMk cId="1131729627" sldId="287"/>
        </pc:sldMkLst>
        <pc:spChg chg="mod">
          <ac:chgData name="Ye, Xiaomeng" userId="S::xye@berry.edu::e9dfea23-315e-4458-a3dd-dbb675ea709b" providerId="AD" clId="Web-{18B2C32F-A70E-F9AE-F649-ACA94FD3B3B5}" dt="2024-06-21T15:57:33.250" v="401" actId="20577"/>
          <ac:spMkLst>
            <pc:docMk/>
            <pc:sldMk cId="1131729627" sldId="287"/>
            <ac:spMk id="3" creationId="{31459710-AE46-48A4-E1A3-0176505BAAB0}"/>
          </ac:spMkLst>
        </pc:spChg>
        <pc:extLst>
          <p:ext xmlns:p="http://schemas.openxmlformats.org/presentationml/2006/main" uri="{D6D511B9-2390-475A-947B-AFAB55BFBCF1}">
            <pc226:cmChg xmlns:pc226="http://schemas.microsoft.com/office/powerpoint/2022/06/main/command" chg="mod">
              <pc226:chgData name="Ye, Xiaomeng" userId="S::xye@berry.edu::e9dfea23-315e-4458-a3dd-dbb675ea709b" providerId="AD" clId="Web-{18B2C32F-A70E-F9AE-F649-ACA94FD3B3B5}" dt="2024-06-21T15:57:31.188" v="400"/>
              <pc2:cmMkLst xmlns:pc2="http://schemas.microsoft.com/office/powerpoint/2019/9/main/command">
                <pc:docMk/>
                <pc:sldMk cId="1131729627" sldId="287"/>
                <pc2:cmMk id="{10E59932-DCFD-457C-B107-080BF9DA73FF}"/>
              </pc2:cmMkLst>
              <pc226:cmRplyChg chg="add">
                <pc226:chgData name="Ye, Xiaomeng" userId="S::xye@berry.edu::e9dfea23-315e-4458-a3dd-dbb675ea709b" providerId="AD" clId="Web-{18B2C32F-A70E-F9AE-F649-ACA94FD3B3B5}" dt="2024-06-21T15:57:31.188" v="400"/>
                <pc2:cmRplyMkLst xmlns:pc2="http://schemas.microsoft.com/office/powerpoint/2019/9/main/command">
                  <pc:docMk/>
                  <pc:sldMk cId="1131729627" sldId="287"/>
                  <pc2:cmMk id="{10E59932-DCFD-457C-B107-080BF9DA73FF}"/>
                  <pc2:cmRplyMk id="{92BEA712-4E9E-480C-8C41-82AA146ADCD5}"/>
                </pc2:cmRplyMkLst>
              </pc226:cmRplyChg>
            </pc226:cmChg>
            <pc226:cmChg xmlns:pc226="http://schemas.microsoft.com/office/powerpoint/2022/06/main/command" chg="mod">
              <pc226:chgData name="Ye, Xiaomeng" userId="S::xye@berry.edu::e9dfea23-315e-4458-a3dd-dbb675ea709b" providerId="AD" clId="Web-{18B2C32F-A70E-F9AE-F649-ACA94FD3B3B5}" dt="2024-06-21T15:57:26.188" v="399" actId="20577"/>
              <pc2:cmMkLst xmlns:pc2="http://schemas.microsoft.com/office/powerpoint/2019/9/main/command">
                <pc:docMk/>
                <pc:sldMk cId="1131729627" sldId="287"/>
                <pc2:cmMk id="{05812196-EF49-4D65-97CB-D7800634461E}"/>
              </pc2:cmMkLst>
              <pc226:cmRplyChg chg="add mod">
                <pc226:chgData name="Ye, Xiaomeng" userId="S::xye@berry.edu::e9dfea23-315e-4458-a3dd-dbb675ea709b" providerId="AD" clId="Web-{18B2C32F-A70E-F9AE-F649-ACA94FD3B3B5}" dt="2024-06-21T15:56:21.388" v="370"/>
                <pc2:cmRplyMkLst xmlns:pc2="http://schemas.microsoft.com/office/powerpoint/2019/9/main/command">
                  <pc:docMk/>
                  <pc:sldMk cId="1131729627" sldId="287"/>
                  <pc2:cmMk id="{05812196-EF49-4D65-97CB-D7800634461E}"/>
                  <pc2:cmRplyMk id="{7BCEF945-8D85-41A7-AF99-0BC5F02013F8}"/>
                </pc2:cmRplyMkLst>
              </pc226:cmRplyChg>
            </pc226:cmChg>
          </p:ext>
        </pc:extLst>
      </pc:sldChg>
      <pc:sldChg chg="modSp new">
        <pc:chgData name="Ye, Xiaomeng" userId="S::xye@berry.edu::e9dfea23-315e-4458-a3dd-dbb675ea709b" providerId="AD" clId="Web-{18B2C32F-A70E-F9AE-F649-ACA94FD3B3B5}" dt="2024-06-21T15:53:45.805" v="363" actId="20577"/>
        <pc:sldMkLst>
          <pc:docMk/>
          <pc:sldMk cId="2534786673" sldId="294"/>
        </pc:sldMkLst>
        <pc:spChg chg="mod">
          <ac:chgData name="Ye, Xiaomeng" userId="S::xye@berry.edu::e9dfea23-315e-4458-a3dd-dbb675ea709b" providerId="AD" clId="Web-{18B2C32F-A70E-F9AE-F649-ACA94FD3B3B5}" dt="2024-06-21T15:47:19.682" v="125" actId="20577"/>
          <ac:spMkLst>
            <pc:docMk/>
            <pc:sldMk cId="2534786673" sldId="294"/>
            <ac:spMk id="2" creationId="{2998A7C0-DA17-941C-BB62-FC08970D9C32}"/>
          </ac:spMkLst>
        </pc:spChg>
        <pc:spChg chg="mod">
          <ac:chgData name="Ye, Xiaomeng" userId="S::xye@berry.edu::e9dfea23-315e-4458-a3dd-dbb675ea709b" providerId="AD" clId="Web-{18B2C32F-A70E-F9AE-F649-ACA94FD3B3B5}" dt="2024-06-21T15:53:45.805" v="363" actId="20577"/>
          <ac:spMkLst>
            <pc:docMk/>
            <pc:sldMk cId="2534786673" sldId="294"/>
            <ac:spMk id="3" creationId="{00F12572-E5EA-278B-2668-C764BB591521}"/>
          </ac:spMkLst>
        </pc:spChg>
      </pc:sldChg>
    </pc:docChg>
  </pc:docChgLst>
  <pc:docChgLst>
    <pc:chgData name="leake@indiana.edu" userId="S::urn:spo:guest#leake@indiana.edu::" providerId="AD" clId="Web-{6ABED852-0965-FFBF-1E70-77265C92586F}"/>
    <pc:docChg chg="addSld modSld">
      <pc:chgData name="leake@indiana.edu" userId="S::urn:spo:guest#leake@indiana.edu::" providerId="AD" clId="Web-{6ABED852-0965-FFBF-1E70-77265C92586F}" dt="2024-07-01T17:33:43.233" v="147"/>
      <pc:docMkLst>
        <pc:docMk/>
      </pc:docMkLst>
      <pc:sldChg chg="addSp delSp modSp addAnim delAnim modAnim">
        <pc:chgData name="leake@indiana.edu" userId="S::urn:spo:guest#leake@indiana.edu::" providerId="AD" clId="Web-{6ABED852-0965-FFBF-1E70-77265C92586F}" dt="2024-07-01T17:33:43.233" v="147"/>
        <pc:sldMkLst>
          <pc:docMk/>
          <pc:sldMk cId="1764297785" sldId="257"/>
        </pc:sldMkLst>
        <pc:spChg chg="del mod">
          <ac:chgData name="leake@indiana.edu" userId="S::urn:spo:guest#leake@indiana.edu::" providerId="AD" clId="Web-{6ABED852-0965-FFBF-1E70-77265C92586F}" dt="2024-07-01T17:33:43.233" v="147"/>
          <ac:spMkLst>
            <pc:docMk/>
            <pc:sldMk cId="1764297785" sldId="257"/>
            <ac:spMk id="3" creationId="{E43479D2-6FC0-3B58-708F-DC2A9E85AEC7}"/>
          </ac:spMkLst>
        </pc:spChg>
        <pc:spChg chg="add del mod">
          <ac:chgData name="leake@indiana.edu" userId="S::urn:spo:guest#leake@indiana.edu::" providerId="AD" clId="Web-{6ABED852-0965-FFBF-1E70-77265C92586F}" dt="2024-07-01T17:32:45.481" v="145"/>
          <ac:spMkLst>
            <pc:docMk/>
            <pc:sldMk cId="1764297785" sldId="257"/>
            <ac:spMk id="5" creationId="{BF0B20CB-551B-7A6B-EDA5-C3EFC1AA73E7}"/>
          </ac:spMkLst>
        </pc:spChg>
        <pc:spChg chg="add del mod">
          <ac:chgData name="leake@indiana.edu" userId="S::urn:spo:guest#leake@indiana.edu::" providerId="AD" clId="Web-{6ABED852-0965-FFBF-1E70-77265C92586F}" dt="2024-07-01T17:32:54.184" v="146"/>
          <ac:spMkLst>
            <pc:docMk/>
            <pc:sldMk cId="1764297785" sldId="257"/>
            <ac:spMk id="6" creationId="{696BEAC2-61BE-75CA-3FC2-C24464521068}"/>
          </ac:spMkLst>
        </pc:spChg>
        <pc:spChg chg="add mod">
          <ac:chgData name="leake@indiana.edu" userId="S::urn:spo:guest#leake@indiana.edu::" providerId="AD" clId="Web-{6ABED852-0965-FFBF-1E70-77265C92586F}" dt="2024-07-01T17:33:43.233" v="147"/>
          <ac:spMkLst>
            <pc:docMk/>
            <pc:sldMk cId="1764297785" sldId="257"/>
            <ac:spMk id="8" creationId="{93FCAA85-DF66-2C61-1453-14BA05CFC8DF}"/>
          </ac:spMkLst>
        </pc:spChg>
      </pc:sldChg>
      <pc:sldChg chg="modSp new">
        <pc:chgData name="leake@indiana.edu" userId="S::urn:spo:guest#leake@indiana.edu::" providerId="AD" clId="Web-{6ABED852-0965-FFBF-1E70-77265C92586F}" dt="2024-07-01T17:10:30.464" v="107" actId="20577"/>
        <pc:sldMkLst>
          <pc:docMk/>
          <pc:sldMk cId="4293937717" sldId="297"/>
        </pc:sldMkLst>
        <pc:spChg chg="mod">
          <ac:chgData name="leake@indiana.edu" userId="S::urn:spo:guest#leake@indiana.edu::" providerId="AD" clId="Web-{6ABED852-0965-FFBF-1E70-77265C92586F}" dt="2024-07-01T17:02:57.370" v="80" actId="20577"/>
          <ac:spMkLst>
            <pc:docMk/>
            <pc:sldMk cId="4293937717" sldId="297"/>
            <ac:spMk id="2" creationId="{ABB94F81-F756-DC2F-6ADB-4F9D540BCD8F}"/>
          </ac:spMkLst>
        </pc:spChg>
        <pc:spChg chg="mod">
          <ac:chgData name="leake@indiana.edu" userId="S::urn:spo:guest#leake@indiana.edu::" providerId="AD" clId="Web-{6ABED852-0965-FFBF-1E70-77265C92586F}" dt="2024-07-01T17:10:30.464" v="107" actId="20577"/>
          <ac:spMkLst>
            <pc:docMk/>
            <pc:sldMk cId="4293937717" sldId="297"/>
            <ac:spMk id="3" creationId="{11D2C108-54FF-376D-BD4F-E0DEB631CA40}"/>
          </ac:spMkLst>
        </pc:spChg>
      </pc:sldChg>
    </pc:docChg>
  </pc:docChgLst>
</pc:chgInfo>
</file>

<file path=ppt/comments/modernComment_10A_39329E23.xml><?xml version="1.0" encoding="utf-8"?>
<p188:cmLst xmlns:a="http://schemas.openxmlformats.org/drawingml/2006/main" xmlns:r="http://schemas.openxmlformats.org/officeDocument/2006/relationships" xmlns:p188="http://schemas.microsoft.com/office/powerpoint/2018/8/main">
  <p188:cm id="{9D4AEC53-463A-4801-BE7F-CA30002B1E10}" authorId="{B642114D-C3D1-4343-8595-51C660C8C236}" created="2024-06-11T03:26:31.323">
    <ac:txMkLst xmlns:ac="http://schemas.microsoft.com/office/drawing/2013/main/command">
      <pc:docMk xmlns:pc="http://schemas.microsoft.com/office/powerpoint/2013/main/command"/>
      <pc:sldMk xmlns:pc="http://schemas.microsoft.com/office/powerpoint/2013/main/command" cId="959618595" sldId="266"/>
      <ac:spMk id="2" creationId="{7AD303C7-9EDE-D859-5CA7-BF786516E74D}"/>
      <ac:txMk cp="51" len="31">
        <ac:context len="83" hash="3914118756"/>
      </ac:txMk>
    </ac:txMkLst>
    <p188:pos x="7993811" y="1006415"/>
    <p188:replyLst>
      <p188:reply id="{6D0D2667-B475-47CF-A1ED-FA5B82296B5D}" authorId="{D7DDA2D3-132B-E629-30EC-91EB14D8FD5E}" created="2024-06-21T11:19:15.550">
        <p188:txBody>
          <a:bodyPr/>
          <a:lstStyle/>
          <a:p>
            <a:r>
              <a:rPr lang="en-US"/>
              <a:t>it's part of teh architecture. We used a topk layer from pytorch. So it is just like any other layer and is chained into the neural net. When disabled, or when training, this layer is simply skipped. (It has no parameters because it just picks top k, so no training is needed for it anyway)</a:t>
            </a:r>
          </a:p>
        </p188:txBody>
      </p188:reply>
      <p188:reply id="{ED867F8B-C5A7-4A88-80A6-99A3236FD8A5}" authorId="{D7DDA2D3-132B-E629-30EC-91EB14D8FD5E}" created="2024-06-21T11:21:49.227">
        <p188:txBody>
          <a:bodyPr/>
          <a:lstStyle/>
          <a:p>
            <a:r>
              <a:rPr lang="en-US"/>
              <a:t>This reminded me. Will the presentation have a zoom link? I can join in and help answering some technical questions in the QA session</a:t>
            </a:r>
          </a:p>
        </p188:txBody>
      </p188:reply>
    </p188:replyLst>
    <p188:txBody>
      <a:bodyPr/>
      <a:lstStyle/>
      <a:p>
        <a:r>
          <a:rPr lang="en-US"/>
          <a:t>Does this arise from the architecture, or via an external process?</a:t>
        </a:r>
      </a:p>
    </p188:txBody>
  </p188:cm>
</p188:cmLst>
</file>

<file path=ppt/comments/modernComment_10D_66ABFAC1.xml><?xml version="1.0" encoding="utf-8"?>
<p188:cmLst xmlns:a="http://schemas.openxmlformats.org/drawingml/2006/main" xmlns:r="http://schemas.openxmlformats.org/officeDocument/2006/relationships" xmlns:p188="http://schemas.microsoft.com/office/powerpoint/2018/8/main">
  <p188:cm id="{9EB5D541-44B7-47B8-BA3D-F274AF0066BE}" authorId="{B642114D-C3D1-4343-8595-51C660C8C236}" created="2024-06-11T02:56:27.848">
    <ac:txMkLst xmlns:ac="http://schemas.microsoft.com/office/drawing/2013/main/command">
      <pc:docMk xmlns:pc="http://schemas.microsoft.com/office/powerpoint/2013/main/command"/>
      <pc:sldMk xmlns:pc="http://schemas.microsoft.com/office/powerpoint/2013/main/command" cId="1722546881" sldId="269"/>
      <ac:spMk id="2" creationId="{7AD303C7-9EDE-D859-5CA7-BF786516E74D}"/>
      <ac:txMk cp="0" len="21">
        <ac:context len="22" hash="3412313289"/>
      </ac:txMk>
    </ac:txMkLst>
    <p188:pos x="4960188" y="704490"/>
    <p188:replyLst>
      <p188:reply id="{3C156E61-2815-4EFB-B14D-DF6B7F48A9CA}" authorId="{D7DDA2D3-132B-E629-30EC-91EB14D8FD5E}" created="2024-06-21T11:13:28.865">
        <p188:txBody>
          <a:bodyPr/>
          <a:lstStyle/>
          <a:p>
            <a:r>
              <a:rPr lang="en-US"/>
              <a:t>For our experiment, cases are just vectors of values. but since we have a feature extraction layer, cases can be other things too and feature extraction extracts them into vectors. So I think it's safe to say that cases can be anything. We can mention this in the talk. </a:t>
            </a:r>
          </a:p>
        </p188:txBody>
      </p188:reply>
      <p188:reply id="{9BF2FADE-170B-4BB6-B8EF-66F498643EF4}" authorId="{D7DDA2D3-132B-E629-30EC-91EB14D8FD5E}" created="2024-06-21T11:15:06.838">
        <p188:txBody>
          <a:bodyPr/>
          <a:lstStyle/>
          <a:p>
            <a:r>
              <a:rPr lang="en-US"/>
              <a:t>I un-highlighted the query </a:t>
            </a:r>
          </a:p>
        </p188:txBody>
      </p188:reply>
    </p188:replyLst>
    <p188:txBody>
      <a:bodyPr/>
      <a:lstStyle/>
      <a:p>
        <a:r>
          <a:rPr lang="en-US"/>
          <a:t>Should the input query be non-highlighted for this slide?   Also, I suspect that the audience will ask how cases are represented.   Should we have a slide explaning that before the slides about NN-kNN?</a:t>
        </a:r>
      </a:p>
    </p188:txBody>
  </p188:cm>
</p188:cmLst>
</file>

<file path=ppt/comments/modernComment_10E_A1B1955.xml><?xml version="1.0" encoding="utf-8"?>
<p188:cmLst xmlns:a="http://schemas.openxmlformats.org/drawingml/2006/main" xmlns:r="http://schemas.openxmlformats.org/officeDocument/2006/relationships" xmlns:p188="http://schemas.microsoft.com/office/powerpoint/2018/8/main">
  <p188:cm id="{ECD3FC88-6DF5-4E0D-B415-F78CF8680A38}" authorId="{B642114D-C3D1-4343-8595-51C660C8C236}" created="2024-06-11T02:59:09.728">
    <ac:txMkLst xmlns:ac="http://schemas.microsoft.com/office/drawing/2013/main/command">
      <pc:docMk xmlns:pc="http://schemas.microsoft.com/office/powerpoint/2013/main/command"/>
      <pc:sldMk xmlns:pc="http://schemas.microsoft.com/office/powerpoint/2013/main/command" cId="169548117" sldId="270"/>
      <ac:spMk id="2" creationId="{7AD303C7-9EDE-D859-5CA7-BF786516E74D}"/>
      <ac:txMk cp="44" len="47">
        <ac:context len="92" hash="3849132846"/>
      </ac:txMk>
    </ac:txMkLst>
    <p188:pos x="9417169" y="1006415"/>
    <p188:replyLst>
      <p188:reply id="{C3182A59-3B1F-4D0F-AC12-DCFFC7513655}" authorId="{D7DDA2D3-132B-E629-30EC-91EB14D8FD5E}" created="2024-06-21T11:15:50.839">
        <p188:txBody>
          <a:bodyPr/>
          <a:lstStyle/>
          <a:p>
            <a:r>
              <a:rPr lang="en-US"/>
              <a:t>mention this early on makes the thinking process easier. But I think either way works.</a:t>
            </a:r>
          </a:p>
        </p188:txBody>
      </p188:reply>
    </p188:replyLst>
    <p188:txBody>
      <a:bodyPr/>
      <a:lstStyle/>
      <a:p>
        <a:r>
          <a:rPr lang="en-US"/>
          <a:t>We may want to put this into a later slide describing the experiment</a:t>
        </a:r>
      </a:p>
    </p188:txBody>
  </p188:cm>
</p188:cmLst>
</file>

<file path=ppt/comments/modernComment_11C_4BD3A780.xml><?xml version="1.0" encoding="utf-8"?>
<p188:cmLst xmlns:a="http://schemas.openxmlformats.org/drawingml/2006/main" xmlns:r="http://schemas.openxmlformats.org/officeDocument/2006/relationships" xmlns:p188="http://schemas.microsoft.com/office/powerpoint/2018/8/main">
  <p188:cm id="{896213D1-8CC9-4297-ACE1-CB807FE76F1D}" authorId="{B642114D-C3D1-4343-8595-51C660C8C236}" created="2024-06-15T02:45:13.489">
    <ac:txMkLst xmlns:ac="http://schemas.microsoft.com/office/drawing/2013/main/command">
      <pc:docMk xmlns:pc="http://schemas.microsoft.com/office/powerpoint/2013/main/command"/>
      <pc:sldMk xmlns:pc="http://schemas.microsoft.com/office/powerpoint/2013/main/command" cId="1272162176" sldId="284"/>
      <ac:spMk id="3" creationId="{72BF38D7-0601-861D-DEAE-8AE173ECAD26}"/>
      <ac:txMk cp="235">
        <ac:context len="267" hash="1848784088"/>
      </ac:txMk>
    </ac:txMkLst>
    <p188:pos x="6987396" y="3464943"/>
    <p188:replyLst>
      <p188:reply id="{B48650FF-E366-4C56-BE32-87C32480ADF5}" authorId="{D7DDA2D3-132B-E629-30EC-91EB14D8FD5E}" created="2024-06-21T11:54:25.157">
        <p188:txBody>
          <a:bodyPr/>
          <a:lstStyle/>
          <a:p>
            <a:r>
              <a:rPr lang="en-US"/>
              <a:t>added a slide after this</a:t>
            </a:r>
          </a:p>
        </p188:txBody>
      </p188:reply>
    </p188:replyLst>
    <p188:txBody>
      <a:bodyPr/>
      <a:lstStyle/>
      <a:p>
        <a:r>
          <a:rPr lang="en-US"/>
          <a:t>It might be good to have a separate data sets slide to give space for a couple of bullets saying why we used the generated sets</a:t>
        </a:r>
      </a:p>
    </p188:txBody>
  </p188:cm>
  <p188:cm id="{47CBD4C6-5E74-4529-AFDC-418259BE5E0C}" authorId="{B642114D-C3D1-4343-8595-51C660C8C236}" created="2024-06-19T19:21:02.625">
    <ac:txMkLst xmlns:ac="http://schemas.microsoft.com/office/drawing/2013/main/command">
      <pc:docMk xmlns:pc="http://schemas.microsoft.com/office/powerpoint/2013/main/command"/>
      <pc:sldMk xmlns:pc="http://schemas.microsoft.com/office/powerpoint/2013/main/command" cId="1272162176" sldId="284"/>
      <ac:spMk id="2" creationId="{CD489CD6-15C2-12D1-05AE-23B60F464858}"/>
      <ac:txMk cp="0" len="10">
        <ac:context len="11" hash="3067682277"/>
      </ac:txMk>
    </ac:txMkLst>
    <p188:pos x="2674188" y="862641"/>
    <p188:replyLst>
      <p188:reply id="{FDBBAFF2-AAAD-4016-BC61-99686BAE4EE8}" authorId="{D7DDA2D3-132B-E629-30EC-91EB14D8FD5E}" created="2024-06-21T11:52:03.965">
        <p188:txBody>
          <a:bodyPr/>
          <a:lstStyle/>
          <a:p>
            <a:r>
              <a:rPr lang="en-US"/>
              <a:t>Added a slide before this</a:t>
            </a:r>
          </a:p>
        </p188:txBody>
      </p188:reply>
    </p188:replyLst>
    <p188:txBody>
      <a:bodyPr/>
      <a:lstStyle/>
      <a:p>
        <a:r>
          <a:rPr lang="en-US"/>
          <a:t>At the start of the evaluation section, could you add a slide listing the hypotheses/experimental questions?</a:t>
        </a:r>
      </a:p>
    </p188:txBody>
  </p188:cm>
</p188:cmLst>
</file>

<file path=ppt/comments/modernComment_11E_F9B9C9A8.xml><?xml version="1.0" encoding="utf-8"?>
<p188:cmLst xmlns:a="http://schemas.openxmlformats.org/drawingml/2006/main" xmlns:r="http://schemas.openxmlformats.org/officeDocument/2006/relationships" xmlns:p188="http://schemas.microsoft.com/office/powerpoint/2018/8/main">
  <p188:cm id="{84E055F7-913E-4FF0-87D9-2908B6FB9C9B}" authorId="{B642114D-C3D1-4343-8595-51C660C8C236}" created="2024-06-15T02:49:01.653">
    <ac:deMkLst xmlns:ac="http://schemas.microsoft.com/office/drawing/2013/main/command">
      <pc:docMk xmlns:pc="http://schemas.microsoft.com/office/powerpoint/2013/main/command"/>
      <pc:sldMk xmlns:pc="http://schemas.microsoft.com/office/powerpoint/2013/main/command" cId="4189702568" sldId="286"/>
      <ac:spMk id="3" creationId="{CA48DD96-8FAD-0753-B659-E0A67368D194}"/>
    </ac:deMkLst>
    <p188:replyLst>
      <p188:reply id="{1D7E82B9-F265-4D8F-80F4-215046EB16F8}" authorId="{D7DDA2D3-132B-E629-30EC-91EB14D8FD5E}" created="2024-06-21T15:46:25.868">
        <p188:txBody>
          <a:bodyPr/>
          <a:lstStyle/>
          <a:p>
            <a:r>
              <a:rPr lang="en-US"/>
              <a:t>I updated this. but I am not sure how to better explain this in fewer words. Basically, NN-kNN uses cases, which provides a starting point for the model to learn, which is why I say it's case base knowledge. </a:t>
            </a:r>
          </a:p>
        </p188:txBody>
      </p188:reply>
      <p188:reply id="{AC851C75-976E-4933-8427-3B5E3D59FC2C}" authorId="{D7DDA2D3-132B-E629-30EC-91EB14D8FD5E}" created="2024-06-21T15:54:14.681">
        <p188:txBody>
          <a:bodyPr/>
          <a:lstStyle/>
          <a:p>
            <a:r>
              <a:rPr lang="en-US"/>
              <a:t>I added a slide later. maybe we can make this slide briefer</a:t>
            </a:r>
          </a:p>
        </p188:txBody>
      </p188:reply>
    </p188:replyLst>
    <p188:txBody>
      <a:bodyPr/>
      <a:lstStyle/>
      <a:p>
        <a:r>
          <a:rPr lang="en-US"/>
          <a:t>I like this point but it isn't obvious to me why this would be expected to cause better performance.   If there's a simple explanation that would be great, and otherwise we could make this into a separate bullet of its own</a:t>
        </a:r>
      </a:p>
    </p188:txBody>
  </p188:cm>
</p188:cmLst>
</file>

<file path=ppt/comments/modernComment_11F_4374D2DB.xml><?xml version="1.0" encoding="utf-8"?>
<p188:cmLst xmlns:a="http://schemas.openxmlformats.org/drawingml/2006/main" xmlns:r="http://schemas.openxmlformats.org/officeDocument/2006/relationships" xmlns:p188="http://schemas.microsoft.com/office/powerpoint/2018/8/main">
  <p188:cm id="{05812196-EF49-4D65-97CB-D7800634461E}" authorId="{B642114D-C3D1-4343-8595-51C660C8C236}" created="2024-06-19T19:41:06.057">
    <ac:txMkLst xmlns:ac="http://schemas.microsoft.com/office/drawing/2013/main/command">
      <pc:docMk xmlns:pc="http://schemas.microsoft.com/office/powerpoint/2013/main/command"/>
      <pc:sldMk xmlns:pc="http://schemas.microsoft.com/office/powerpoint/2013/main/command" cId="1131729627" sldId="287"/>
      <ac:spMk id="3" creationId="{31459710-AE46-48A4-E1A3-0176505BAAB0}"/>
      <ac:txMk cp="246" len="46">
        <ac:context len="415" hash="1924529340"/>
      </ac:txMk>
    </ac:txMkLst>
    <p188:pos x="5319622" y="2041584"/>
    <p188:replyLst>
      <p188:reply id="{7BCEF945-8D85-41A7-AF99-0BC5F02013F8}" authorId="{D7DDA2D3-132B-E629-30EC-91EB14D8FD5E}" created="2024-06-21T15:56:07.951">
        <p188:txBody>
          <a:bodyPr/>
          <a:lstStyle/>
          <a:p>
            <a:r>
              <a:rPr lang="en-US"/>
              <a:t>yes we can offer small-scale results showing that they have the same results. I think average also makes sense, maybe sufficient for now, since if they don't consistently reach the same solution, one is going to be worse than the other.</a:t>
            </a:r>
          </a:p>
        </p188:txBody>
      </p188:reply>
    </p188:replyLst>
    <p188:txBody>
      <a:bodyPr/>
      <a:lstStyle/>
      <a:p>
        <a:r>
          <a:rPr lang="en-US"/>
          <a:t>Intuiitively this makes sense, but I suppose that in principle to be sure of this it would be necessary to see if the result was the same with the layer disabled or not (they could have the same average accuracy but be coming to very different results on individual cases, as long as the results average out.  Am I missing something, or is there any easy way to do a test run to compare the results enabled or not?</a:t>
        </a:r>
      </a:p>
    </p188:txBody>
  </p188:cm>
  <p188:cm id="{10E59932-DCFD-457C-B107-080BF9DA73FF}" authorId="{B642114D-C3D1-4343-8595-51C660C8C236}" created="2024-06-19T19:41:59.495">
    <ac:txMkLst xmlns:ac="http://schemas.microsoft.com/office/drawing/2013/main/command">
      <pc:docMk xmlns:pc="http://schemas.microsoft.com/office/powerpoint/2013/main/command"/>
      <pc:sldMk xmlns:pc="http://schemas.microsoft.com/office/powerpoint/2013/main/command" cId="1131729627" sldId="287"/>
      <ac:spMk id="3" creationId="{31459710-AE46-48A4-E1A3-0176505BAAB0}"/>
      <ac:txMk cp="397" len="17">
        <ac:context len="415" hash="1924529340"/>
      </ac:txMk>
    </ac:txMkLst>
    <p188:pos x="8195094" y="2559169"/>
    <p188:replyLst>
      <p188:reply id="{92BEA712-4E9E-480C-8C41-82AA146ADCD5}" authorId="{D7DDA2D3-132B-E629-30EC-91EB14D8FD5E}" created="2024-06-21T15:57:31.188">
        <p188:txBody>
          <a:bodyPr/>
          <a:lstStyle/>
          <a:p>
            <a:r>
              <a:rPr lang="en-US"/>
              <a:t>added a few words</a:t>
            </a:r>
          </a:p>
        </p188:txBody>
      </p188:reply>
    </p188:replyLst>
    <p188:txBody>
      <a:bodyPr/>
      <a:lstStyle/>
      <a:p>
        <a:r>
          <a:rPr lang="en-US"/>
          <a:t>Could you give just a few words of summary for the regression observations?</a:t>
        </a:r>
      </a:p>
    </p188:txBody>
  </p188:cm>
</p188:cmLst>
</file>

<file path=ppt/comments/modernComment_102_9A6ABE7A.xml><?xml version="1.0" encoding="utf-8"?>
<p188:cmLst xmlns:a="http://schemas.openxmlformats.org/drawingml/2006/main" xmlns:r="http://schemas.openxmlformats.org/officeDocument/2006/relationships" xmlns:p188="http://schemas.microsoft.com/office/powerpoint/2018/8/main">
  <p188:cm id="{86027EB9-5DAE-43BA-94DF-DB44B1E1F24B}" authorId="{B642114D-C3D1-4343-8595-51C660C8C236}" created="2024-06-19T20:18:21.200">
    <ac:txMkLst xmlns:ac="http://schemas.microsoft.com/office/drawing/2013/main/command">
      <pc:docMk xmlns:pc="http://schemas.microsoft.com/office/powerpoint/2013/main/command"/>
      <pc:sldMk xmlns:pc="http://schemas.microsoft.com/office/powerpoint/2013/main/command" cId="2590686842" sldId="258"/>
      <ac:spMk id="2" creationId="{EA6D68C6-C10F-55BE-A9FA-FD43F9A2B10A}"/>
      <ac:txMk cp="0" len="4">
        <ac:context len="5" hash="107046436"/>
      </ac:txMk>
    </ac:txMkLst>
    <p188:pos x="1710905" y="1193320"/>
    <p188:replyLst>
      <p188:reply id="{0D68EA39-3430-4D1C-93C1-087E14245E99}" authorId="{D7DDA2D3-132B-E629-30EC-91EB14D8FD5E}" created="2024-06-21T10:57:41.314">
        <p188:txBody>
          <a:bodyPr/>
          <a:lstStyle/>
          <a:p>
            <a:r>
              <a:rPr lang="en-US"/>
              <a:t>I vaguely remember it's from lord of the rings, the Hobbits. The original text was something like " why shouldn't I take it myself", and then he put on the ring.</a:t>
            </a:r>
          </a:p>
        </p188:txBody>
      </p188:reply>
    </p188:replyLst>
    <p188:txBody>
      <a:bodyPr/>
      <a:lstStyle/>
      <a:p>
        <a:r>
          <a:rPr lang="en-US"/>
          <a:t>This looks very familiar, but could you please remind me of the story of the image?   Thanks!</a:t>
        </a:r>
      </a:p>
    </p188:txBody>
  </p188:cm>
</p188:cmLst>
</file>

<file path=ppt/comments/modernComment_103_85080AC7.xml><?xml version="1.0" encoding="utf-8"?>
<p188:cmLst xmlns:a="http://schemas.openxmlformats.org/drawingml/2006/main" xmlns:r="http://schemas.openxmlformats.org/officeDocument/2006/relationships" xmlns:p188="http://schemas.microsoft.com/office/powerpoint/2018/8/main">
  <p188:cm id="{6C1DE095-3937-4D36-8E80-650804E59344}" authorId="{B642114D-C3D1-4343-8595-51C660C8C236}" created="2024-06-11T02:48:26.255">
    <ac:txMkLst xmlns:ac="http://schemas.microsoft.com/office/drawing/2013/main/command">
      <pc:docMk xmlns:pc="http://schemas.microsoft.com/office/powerpoint/2013/main/command"/>
      <pc:sldMk xmlns:pc="http://schemas.microsoft.com/office/powerpoint/2013/main/command" cId="2231896775" sldId="259"/>
      <ac:spMk id="3" creationId="{73137C07-2981-DA35-DCE3-9EAB21D06181}"/>
      <ac:txMk cp="0" len="102">
        <ac:context len="210" hash="3722968674"/>
      </ac:txMk>
    </ac:txMkLst>
    <p188:pos x="1739660" y="1437735"/>
    <p188:replyLst>
      <p188:reply id="{942C53CB-F3E1-4F15-B5E4-B1BEDAEA40CE}" authorId="{D7DDA2D3-132B-E629-30EC-91EB14D8FD5E}" created="2024-06-21T11:06:14.270">
        <p188:txBody>
          <a:bodyPr/>
          <a:lstStyle/>
          <a:p>
            <a:r>
              <a:rPr lang="en-US"/>
              <a:t>Yes. That's exactly right!</a:t>
            </a:r>
          </a:p>
        </p188:txBody>
      </p188:reply>
    </p188:replyLst>
    <p188:txBody>
      <a:bodyPr/>
      <a:lstStyle/>
      <a:p>
        <a:r>
          <a:rPr lang="en-US"/>
          <a:t>I think it's good to mention this, but I think that NNs as universal approximators applies to any architecture (with some constraints).   I see our contribution as the specific architecture, which forces certain meanings for nodes and links and is what makes it interpretable</a:t>
        </a:r>
      </a:p>
    </p188:txBody>
  </p188:cm>
</p188:cmLst>
</file>

<file path=ppt/comments/modernComment_104_2B377B10.xml><?xml version="1.0" encoding="utf-8"?>
<p188:cmLst xmlns:a="http://schemas.openxmlformats.org/drawingml/2006/main" xmlns:r="http://schemas.openxmlformats.org/officeDocument/2006/relationships" xmlns:p188="http://schemas.microsoft.com/office/powerpoint/2018/8/main">
  <p188:cm id="{22511B4F-0375-4A85-9DD5-29E0319AE67D}" authorId="{B642114D-C3D1-4343-8595-51C660C8C236}" created="2024-06-11T00:50:22.435">
    <ac:txMkLst xmlns:ac="http://schemas.microsoft.com/office/drawing/2013/main/command">
      <pc:docMk xmlns:pc="http://schemas.microsoft.com/office/powerpoint/2013/main/command"/>
      <pc:sldMk xmlns:pc="http://schemas.microsoft.com/office/powerpoint/2013/main/command" cId="725056272" sldId="260"/>
      <ac:spMk id="3" creationId="{490A32AE-09AF-697F-37D8-D39DC76818DB}"/>
      <ac:txMk cp="79" len="241">
        <ac:context len="321" hash="3988381916"/>
      </ac:txMk>
    </ac:txMkLst>
    <p188:pos x="5420264" y="2889849"/>
    <p188:replyLst>
      <p188:reply id="{40C526D9-D4F9-4A47-BE28-C2475FFF0AD1}" authorId="{D7DDA2D3-132B-E629-30EC-91EB14D8FD5E}" created="2024-06-21T10:58:43.691">
        <p188:txBody>
          <a:bodyPr/>
          <a:lstStyle/>
          <a:p>
            <a:r>
              <a:rPr lang="en-US"/>
              <a:t>Sure! We can talk over this.</a:t>
            </a:r>
          </a:p>
        </p188:txBody>
      </p188:reply>
    </p188:replyLst>
    <p188:txBody>
      <a:bodyPr/>
      <a:lstStyle/>
      <a:p>
        <a:r>
          <a:rPr lang="en-US"/>
          <a:t>I think it may be good to elaborate just a bit on what's meant by some of these; we can discuss this</a:t>
        </a:r>
      </a:p>
    </p188:txBody>
  </p188:cm>
</p188:cmLst>
</file>

<file path=ppt/comments/modernComment_112_A81E3980.xml><?xml version="1.0" encoding="utf-8"?>
<p188:cmLst xmlns:a="http://schemas.openxmlformats.org/drawingml/2006/main" xmlns:r="http://schemas.openxmlformats.org/officeDocument/2006/relationships" xmlns:p188="http://schemas.microsoft.com/office/powerpoint/2018/8/main">
  <p188:cm id="{20E46EA4-AD5D-49D6-ABA1-BAB7599F9F62}" authorId="{B642114D-C3D1-4343-8595-51C660C8C236}" created="2024-06-15T02:30:53.643">
    <ac:txMkLst xmlns:ac="http://schemas.microsoft.com/office/drawing/2013/main/command">
      <pc:docMk xmlns:pc="http://schemas.microsoft.com/office/powerpoint/2013/main/command"/>
      <pc:sldMk xmlns:pc="http://schemas.microsoft.com/office/powerpoint/2013/main/command" cId="2820553088" sldId="274"/>
      <ac:spMk id="3" creationId="{E1B1F757-1663-8EF0-5103-30EE1C05A579}"/>
      <ac:txMk cp="170" len="25">
        <ac:context len="296" hash="1385202818"/>
      </ac:txMk>
    </ac:txMkLst>
    <p188:pos x="3134264" y="1782792"/>
    <p188:replyLst>
      <p188:reply id="{45FBD2AB-C3BD-4015-942F-18261B04A70B}" authorId="{D7DDA2D3-132B-E629-30EC-91EB14D8FD5E}" created="2024-06-21T11:22:50.823">
        <p188:txBody>
          <a:bodyPr/>
          <a:lstStyle/>
          <a:p>
            <a:r>
              <a:rPr lang="en-US"/>
              <a:t>Yes this can be adapted in other ways, depending on the last layer's design.
Agree!</a:t>
            </a:r>
          </a:p>
        </p188:txBody>
      </p188:reply>
    </p188:replyLst>
    <p188:txBody>
      <a:bodyPr/>
      <a:lstStyle/>
      <a:p>
        <a:r>
          <a:rPr lang="en-US"/>
          <a:t>Coult this be adapted in other ways?   Assuming so, maybe we should have a subtitle like "An Example" or "A Simple Example"</a:t>
        </a:r>
      </a:p>
    </p188:txBody>
  </p188:cm>
</p188:cmLst>
</file>

<file path=ppt/comments/modernComment_113_9782095B.xml><?xml version="1.0" encoding="utf-8"?>
<p188:cmLst xmlns:a="http://schemas.openxmlformats.org/drawingml/2006/main" xmlns:r="http://schemas.openxmlformats.org/officeDocument/2006/relationships" xmlns:p188="http://schemas.microsoft.com/office/powerpoint/2018/8/main">
  <p188:cm id="{DB36D90B-2987-4EA5-A487-6A9D218BFEFE}" authorId="{B642114D-C3D1-4343-8595-51C660C8C236}" created="2024-06-19T19:01:52.193">
    <ac:txMkLst xmlns:ac="http://schemas.microsoft.com/office/drawing/2013/main/command">
      <pc:docMk xmlns:pc="http://schemas.microsoft.com/office/powerpoint/2013/main/command"/>
      <pc:sldMk xmlns:pc="http://schemas.microsoft.com/office/powerpoint/2013/main/command" cId="2541881691" sldId="275"/>
      <ac:spMk id="2" creationId="{FA787EF3-8BC4-EE17-93CD-955985D945AA}"/>
      <ac:txMk cp="35">
        <ac:context len="65" hash="499701476"/>
      </ac:txMk>
    </ac:txMkLst>
    <p188:pos x="9115245" y="345056"/>
    <p188:replyLst>
      <p188:reply id="{CB1EA129-765E-4619-9B92-76090A6C83BC}" authorId="{D7DDA2D3-132B-E629-30EC-91EB14D8FD5E}" created="2024-06-21T11:29:26.462">
        <p188:txBody>
          <a:bodyPr/>
          <a:lstStyle/>
          <a:p>
            <a:r>
              <a:rPr lang="en-US"/>
              <a:t>updated</a:t>
            </a:r>
          </a:p>
        </p188:txBody>
      </p188:reply>
    </p188:replyLst>
    <p188:txBody>
      <a:bodyPr/>
      <a:lstStyle/>
      <a:p>
        <a:r>
          <a:rPr lang="en-US"/>
          <a:t>Could we delete "simple" (if it follows from unweighted) or be more specific about what's required?</a:t>
        </a:r>
      </a:p>
    </p188:txBody>
  </p188:cm>
</p188:cmLst>
</file>

<file path=ppt/comments/modernComment_115_4E9DB724.xml><?xml version="1.0" encoding="utf-8"?>
<p188:cmLst xmlns:a="http://schemas.openxmlformats.org/drawingml/2006/main" xmlns:r="http://schemas.openxmlformats.org/officeDocument/2006/relationships" xmlns:p188="http://schemas.microsoft.com/office/powerpoint/2018/8/main">
  <p188:cm id="{9ABBDAA9-30DD-49FE-9E51-981AC49D93BE}" authorId="{B642114D-C3D1-4343-8595-51C660C8C236}" created="2024-06-15T02:34:55.012">
    <ac:txMkLst xmlns:ac="http://schemas.microsoft.com/office/drawing/2013/main/command">
      <pc:docMk xmlns:pc="http://schemas.microsoft.com/office/powerpoint/2013/main/command"/>
      <pc:sldMk xmlns:pc="http://schemas.microsoft.com/office/powerpoint/2013/main/command" cId="1318958884" sldId="277"/>
      <ac:spMk id="3" creationId="{A6CBBF7C-0D01-AA6B-FF12-DF969E8ABBF3}"/>
      <ac:txMk cp="176">
        <ac:context len="373" hash="2032215341"/>
      </ac:txMk>
    </ac:txMkLst>
    <p188:pos x="6829245" y="1912188"/>
    <p188:replyLst>
      <p188:reply id="{F7AB9E85-04E4-4F0F-BCE4-1DED5EBE8509}" authorId="{D7DDA2D3-132B-E629-30EC-91EB14D8FD5E}" created="2024-06-21T11:29:01.633">
        <p188:txBody>
          <a:bodyPr/>
          <a:lstStyle/>
          <a:p>
            <a:r>
              <a:rPr lang="en-US"/>
              <a:t>corrected</a:t>
            </a:r>
          </a:p>
        </p188:txBody>
      </p188:reply>
    </p188:replyLst>
    <p188:txBody>
      <a:bodyPr/>
      <a:lstStyle/>
      <a:p>
        <a:r>
          <a:rPr lang="en-US"/>
          <a:t>Would it be correct to say "is just the inverse of"? (otherwise maybe we could say something like "intuitively reverses case difference")</a:t>
        </a:r>
      </a:p>
    </p188:txBody>
  </p188:cm>
</p188:cmLst>
</file>

<file path=ppt/comments/modernComment_116_664AAF36.xml><?xml version="1.0" encoding="utf-8"?>
<p188:cmLst xmlns:a="http://schemas.openxmlformats.org/drawingml/2006/main" xmlns:r="http://schemas.openxmlformats.org/officeDocument/2006/relationships" xmlns:p188="http://schemas.microsoft.com/office/powerpoint/2018/8/main">
  <p188:cm id="{8971329C-9F99-416D-B6EB-3DCF01427655}" authorId="{B642114D-C3D1-4343-8595-51C660C8C236}" created="2024-06-15T02:38:24.988">
    <ac:txMkLst xmlns:ac="http://schemas.microsoft.com/office/drawing/2013/main/command">
      <pc:docMk xmlns:pc="http://schemas.microsoft.com/office/powerpoint/2013/main/command"/>
      <pc:sldMk xmlns:pc="http://schemas.microsoft.com/office/powerpoint/2013/main/command" cId="1716170550" sldId="278"/>
      <ac:spMk id="2" creationId="{D0746938-A26D-FE77-BACD-AEDC1EF998DC}"/>
      <ac:txMk cp="2" len="8">
        <ac:context len="11" hash="4107146457"/>
      </ac:txMk>
    </ac:txMkLst>
    <p188:pos x="2631056" y="690113"/>
    <p188:replyLst>
      <p188:reply id="{17BD9700-F6D3-43B6-B8C4-B71F0601DFAF}" authorId="{D7DDA2D3-132B-E629-30EC-91EB14D8FD5E}" created="2024-06-21T11:30:27.793">
        <p188:txBody>
          <a:bodyPr/>
          <a:lstStyle/>
          <a:p>
            <a:r>
              <a:rPr lang="en-US"/>
              <a:t>Which choices are you referring to? We can discuss this over zoom too</a:t>
            </a:r>
          </a:p>
        </p188:txBody>
      </p188:reply>
    </p188:replyLst>
    <p188:txBody>
      <a:bodyPr/>
      <a:lstStyle/>
      <a:p>
        <a:r>
          <a:rPr lang="en-US"/>
          <a:t>For the choices not mentioned in the previous slide, might it be possible to say a situation under which they'd be useful?</a:t>
        </a:r>
      </a:p>
    </p188:txBody>
  </p188:cm>
  <p188:cm id="{780364D9-D54E-41AF-9D22-5C1503570A8A}" authorId="{B642114D-C3D1-4343-8595-51C660C8C236}" created="2024-06-19T19:05:47.317">
    <ac:txMkLst xmlns:ac="http://schemas.microsoft.com/office/drawing/2013/main/command">
      <pc:docMk xmlns:pc="http://schemas.microsoft.com/office/powerpoint/2013/main/command"/>
      <pc:sldMk xmlns:pc="http://schemas.microsoft.com/office/powerpoint/2013/main/command" cId="1716170550" sldId="278"/>
      <ac:spMk id="3" creationId="{B351E047-98EA-8F92-41DE-39FE3821AAE9}"/>
      <ac:txMk cp="208" len="18">
        <ac:context len="381" hash="3308016483"/>
      </ac:txMk>
    </ac:txMkLst>
    <p188:pos x="5937849" y="1653396"/>
    <p188:replyLst>
      <p188:reply id="{45413886-E91F-4AAE-A427-6D3DCBC21FE6}" authorId="{D7DDA2D3-132B-E629-30EC-91EB14D8FD5E}" created="2024-06-21T11:31:46.655">
        <p188:txBody>
          <a:bodyPr/>
          <a:lstStyle/>
          <a:p>
            <a:r>
              <a:rPr lang="en-US"/>
              <a:t>I added "function of the query". What I have in mind is that the query will decide the weighting on the fly somehow. Not sure if this makes sense</a:t>
            </a:r>
          </a:p>
        </p188:txBody>
      </p188:reply>
    </p188:replyLst>
    <p188:txBody>
      <a:bodyPr/>
      <a:lstStyle/>
      <a:p>
        <a:r>
          <a:rPr lang="en-US"/>
          <a:t>Maybe say what it's a function of</a:t>
        </a:r>
      </a:p>
    </p188:txBody>
  </p188:cm>
</p188:cmLst>
</file>

<file path=ppt/comments/modernComment_118_611B0B34.xml><?xml version="1.0" encoding="utf-8"?>
<p188:cmLst xmlns:a="http://schemas.openxmlformats.org/drawingml/2006/main" xmlns:r="http://schemas.openxmlformats.org/officeDocument/2006/relationships" xmlns:p188="http://schemas.microsoft.com/office/powerpoint/2018/8/main">
  <p188:cm id="{56550DE3-04DC-49F0-8DE6-480E4D9A29F9}" authorId="{B642114D-C3D1-4343-8595-51C660C8C236}" created="2024-06-15T02:42:47.499">
    <ac:txMkLst xmlns:ac="http://schemas.microsoft.com/office/drawing/2013/main/command">
      <pc:docMk xmlns:pc="http://schemas.microsoft.com/office/powerpoint/2013/main/command"/>
      <pc:sldMk xmlns:pc="http://schemas.microsoft.com/office/powerpoint/2013/main/command" cId="1629162292" sldId="280"/>
      <ac:spMk id="3" creationId="{2B8BFA15-5D0A-4F09-2F9C-7678D7856C7C}"/>
      <ac:txMk cp="363" len="41">
        <ac:context len="405" hash="111814922"/>
      </ac:txMk>
    </ac:txMkLst>
    <p188:pos x="9489056" y="4054415"/>
    <p188:replyLst>
      <p188:reply id="{BB496777-2939-441F-9F57-25ED9252BE64}" authorId="{D7DDA2D3-132B-E629-30EC-91EB14D8FD5E}" created="2024-06-21T11:35:24.100">
        <p188:txBody>
          <a:bodyPr/>
          <a:lstStyle/>
          <a:p>
            <a:r>
              <a:rPr lang="en-US"/>
              <a:t>I think both ways can work. Yes we can have a preset/pretrained adaptation attached, e.g. take majority vote of the top 5. I think it also makes sense to train it with the rest of the network using end-to-end training. I think either way works, really depends on if the user wants more interpretability, or if the user particularly wants a certain kind of adaptation </a:t>
            </a:r>
          </a:p>
        </p188:txBody>
      </p188:reply>
    </p188:replyLst>
    <p188:txBody>
      <a:bodyPr/>
      <a:lstStyle/>
      <a:p>
        <a:r>
          <a:rPr lang="en-US"/>
          <a:t>Would the idea here be appending a network that's been pretrained for a particular type of adaptation?
Also, could it make sense to simply add a network at the end that's intended to do adaptation, and then to train end-to-end?</a:t>
        </a:r>
      </a:p>
    </p188:txBody>
  </p188:cm>
  <p188:cm id="{A77045B4-6E68-4B59-8E17-4CB86BD09A49}" authorId="{B642114D-C3D1-4343-8595-51C660C8C236}" created="2024-06-19T19:19:09.032">
    <ac:deMkLst xmlns:ac="http://schemas.microsoft.com/office/drawing/2013/main/command">
      <pc:docMk xmlns:pc="http://schemas.microsoft.com/office/powerpoint/2013/main/command"/>
      <pc:sldMk xmlns:pc="http://schemas.microsoft.com/office/powerpoint/2013/main/command" cId="1629162292" sldId="280"/>
      <ac:spMk id="3" creationId="{2B8BFA15-5D0A-4F09-2F9C-7678D7856C7C}"/>
    </ac:deMkLst>
    <p188:replyLst>
      <p188:reply id="{CED4BBEC-394A-48FB-A05C-D7D883FC8CAE}" authorId="{D7DDA2D3-132B-E629-30EC-91EB14D8FD5E}" created="2024-06-21T11:32:58.767">
        <p188:txBody>
          <a:bodyPr/>
          <a:lstStyle/>
          <a:p>
            <a:r>
              <a:rPr lang="en-US"/>
              <a:t>Updated. I took away "simple". It's really not that simple, at least for first-time viewer. </a:t>
            </a:r>
          </a:p>
        </p188:txBody>
      </p188:reply>
    </p188:replyLst>
    <p188:txBody>
      <a:bodyPr/>
      <a:lstStyle/>
      <a:p>
        <a:r>
          <a:rPr lang="en-US"/>
          <a:t>I'm not quite sure what's meant by the simple form we presented---didn't we present the general NN-kNN?   Or is this referring to the very simple adaptation?  Somewhere it might be good to have a slide devoted to questions about adaptation</a:t>
        </a:r>
      </a:p>
    </p188:txBody>
  </p188:cm>
</p188:cmLst>
</file>

<file path=ppt/comments/modernComment_123_494B97B6.xml><?xml version="1.0" encoding="utf-8"?>
<p188:cmLst xmlns:a="http://schemas.openxmlformats.org/drawingml/2006/main" xmlns:r="http://schemas.openxmlformats.org/officeDocument/2006/relationships" xmlns:p188="http://schemas.microsoft.com/office/powerpoint/2018/8/main">
  <p188:cm id="{D1FACD27-E34A-4A59-9CF2-1B5292E72666}" authorId="{B642114D-C3D1-4343-8595-51C660C8C236}" created="2024-06-20T19:24:56.585">
    <ac:txMkLst xmlns:ac="http://schemas.microsoft.com/office/drawing/2013/main/command">
      <pc:docMk xmlns:pc="http://schemas.microsoft.com/office/powerpoint/2013/main/command"/>
      <pc:sldMk xmlns:pc="http://schemas.microsoft.com/office/powerpoint/2013/main/command" cId="1229690806" sldId="291"/>
      <ac:spMk id="2" creationId="{019B873F-8DED-C78D-C02F-540715F165D4}"/>
      <ac:txMk cp="0" len="18">
        <ac:context len="19" hash="1700539656"/>
      </ac:txMk>
    </ac:txMkLst>
    <p188:pos x="4717142" y="556380"/>
    <p188:replyLst>
      <p188:reply id="{EB69C679-0B80-46BE-BBE7-76DA01E30255}" authorId="{D7DDA2D3-132B-E629-30EC-91EB14D8FD5E}" created="2024-06-21T11:05:14.158">
        <p188:txBody>
          <a:bodyPr/>
          <a:lstStyle/>
          <a:p>
            <a:r>
              <a:rPr lang="en-US"/>
              <a:t>I made some change. I think it's good. Not sure how to condense it more, since Li's work is a little difficult to understand without enough explanation</a:t>
            </a:r>
          </a:p>
        </p188:txBody>
      </p188:reply>
    </p188:replyLst>
    <p188:txBody>
      <a:bodyPr/>
      <a:lstStyle/>
      <a:p>
        <a:r>
          <a:rPr lang="en-US"/>
          <a:t>Please see what you think of these.   Is there other related work we should cover, on this or another slide?  Also, is this a good place for it?
By the way, this slide it too wordy---please feel free to make it more terse if you'd like to!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BC2B3-6FF1-4F74-B70F-6E33AFD5A579}" type="datetimeFigureOut">
              <a:t>7/1/2024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E824C-6E39-4A42-83AA-870661F77D5F}" type="slidenum">
              <a:t>‹#›</a:t>
            </a:fld>
            <a:endParaRPr lang="en-US"/>
          </a:p>
        </p:txBody>
      </p:sp>
    </p:spTree>
    <p:extLst>
      <p:ext uri="{BB962C8B-B14F-4D97-AF65-F5344CB8AC3E}">
        <p14:creationId xmlns:p14="http://schemas.microsoft.com/office/powerpoint/2010/main" val="563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Boxes image from </a:t>
            </a:r>
            <a:r>
              <a:rPr lang="en-US" dirty="0"/>
              <a:t>https://shahdarshit88.medium.com/black-box-vs-white-box-testing-key-differences-93ee1d70453a</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0DAE824C-6E39-4A42-83AA-870661F77D5F}" type="slidenum">
              <a:t>10</a:t>
            </a:fld>
            <a:endParaRPr lang="en-US"/>
          </a:p>
        </p:txBody>
      </p:sp>
    </p:spTree>
    <p:extLst>
      <p:ext uri="{BB962C8B-B14F-4D97-AF65-F5344CB8AC3E}">
        <p14:creationId xmlns:p14="http://schemas.microsoft.com/office/powerpoint/2010/main" val="109392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7/1/2024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microsoft.com/office/2018/10/relationships/comments" Target="../comments/modernComment_102_9A6ABE7A.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2B377B1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23_494B97B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03_85080AC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D_66ABFAC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E_A1B195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0A_39329E2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12_A81E398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15_4E9DB72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13_9782095B.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microsoft.com/office/2018/10/relationships/comments" Target="../comments/modernComment_116_664AAF3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microsoft.com/office/2018/10/relationships/comments" Target="../comments/modernComment_118_611B0B3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1C_4BD3A78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microsoft.com/office/2018/10/relationships/comments" Target="../comments/modernComment_11E_F9B9C9A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11F_4374D2DB.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D0FDB-D98F-C76E-065F-8BB24E61F102}"/>
              </a:ext>
            </a:extLst>
          </p:cNvPr>
          <p:cNvSpPr>
            <a:spLocks noGrp="1"/>
          </p:cNvSpPr>
          <p:nvPr>
            <p:ph type="ctrTitle"/>
          </p:nvPr>
        </p:nvSpPr>
        <p:spPr>
          <a:xfrm>
            <a:off x="941282" y="982169"/>
            <a:ext cx="5331464" cy="2736965"/>
          </a:xfrm>
        </p:spPr>
        <p:txBody>
          <a:bodyPr anchor="t">
            <a:normAutofit/>
          </a:bodyPr>
          <a:lstStyle/>
          <a:p>
            <a:pPr algn="l"/>
            <a:r>
              <a:rPr lang="en-US" sz="3600" dirty="0">
                <a:latin typeface="Arial"/>
                <a:cs typeface="Arial"/>
              </a:rPr>
              <a:t>Towards Network Implementation of CBR: </a:t>
            </a:r>
            <a:endParaRPr lang="en-US" sz="3600">
              <a:cs typeface="Calibri Light"/>
            </a:endParaRPr>
          </a:p>
          <a:p>
            <a:pPr algn="l"/>
            <a:r>
              <a:rPr lang="en-US" sz="3600" dirty="0">
                <a:latin typeface="Arial"/>
                <a:cs typeface="Arial"/>
              </a:rPr>
              <a:t>Case Study of a Neural Network K-NN Algorithm</a:t>
            </a:r>
            <a:endParaRPr lang="en-US" sz="3600">
              <a:cs typeface="Calibri Light" panose="020F0302020204030204"/>
            </a:endParaRPr>
          </a:p>
        </p:txBody>
      </p:sp>
      <p:sp>
        <p:nvSpPr>
          <p:cNvPr id="3" name="Subtitle 2">
            <a:extLst>
              <a:ext uri="{FF2B5EF4-FFF2-40B4-BE49-F238E27FC236}">
                <a16:creationId xmlns:a16="http://schemas.microsoft.com/office/drawing/2014/main" id="{56FCDA19-506F-86CE-4481-C4328F97B51C}"/>
              </a:ext>
            </a:extLst>
          </p:cNvPr>
          <p:cNvSpPr>
            <a:spLocks noGrp="1"/>
          </p:cNvSpPr>
          <p:nvPr>
            <p:ph type="subTitle" idx="1"/>
          </p:nvPr>
        </p:nvSpPr>
        <p:spPr>
          <a:xfrm>
            <a:off x="941281" y="4380378"/>
            <a:ext cx="5805915" cy="1709849"/>
          </a:xfrm>
        </p:spPr>
        <p:txBody>
          <a:bodyPr vert="horz" lIns="91440" tIns="45720" rIns="91440" bIns="45720" rtlCol="0" anchor="b">
            <a:normAutofit fontScale="92500"/>
          </a:bodyPr>
          <a:lstStyle/>
          <a:p>
            <a:pPr algn="l"/>
            <a:r>
              <a:rPr lang="en-US" sz="2800" err="1">
                <a:latin typeface="Arial"/>
                <a:cs typeface="Arial"/>
              </a:rPr>
              <a:t>Xiaomeng</a:t>
            </a:r>
            <a:r>
              <a:rPr lang="en-US" sz="2800" dirty="0">
                <a:latin typeface="Arial"/>
                <a:cs typeface="Arial"/>
              </a:rPr>
              <a:t> Ye, David Leake, Yu Wang, </a:t>
            </a:r>
            <a:r>
              <a:rPr lang="en-US" sz="2800" err="1">
                <a:latin typeface="Arial"/>
                <a:cs typeface="Arial"/>
              </a:rPr>
              <a:t>Ziwei</a:t>
            </a:r>
            <a:r>
              <a:rPr lang="en-US" sz="2800" dirty="0">
                <a:latin typeface="Arial"/>
                <a:cs typeface="Arial"/>
              </a:rPr>
              <a:t> Zhao, and David Crandall</a:t>
            </a:r>
            <a:endParaRPr lang="en-US" sz="2800">
              <a:cs typeface="Calibri"/>
            </a:endParaRPr>
          </a:p>
          <a:p>
            <a:pPr algn="l"/>
            <a:br>
              <a:rPr lang="en-US" sz="2000" dirty="0"/>
            </a:br>
            <a:endParaRPr lang="en-US" sz="2000"/>
          </a:p>
        </p:txBody>
      </p:sp>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white logo&#10;&#10;Description automatically generated">
            <a:extLst>
              <a:ext uri="{FF2B5EF4-FFF2-40B4-BE49-F238E27FC236}">
                <a16:creationId xmlns:a16="http://schemas.microsoft.com/office/drawing/2014/main" id="{3526ADCC-36D8-30CC-A685-CBC5E4D100B3}"/>
              </a:ext>
            </a:extLst>
          </p:cNvPr>
          <p:cNvPicPr>
            <a:picLocks noChangeAspect="1"/>
          </p:cNvPicPr>
          <p:nvPr/>
        </p:nvPicPr>
        <p:blipFill>
          <a:blip r:embed="rId2"/>
          <a:stretch>
            <a:fillRect/>
          </a:stretch>
        </p:blipFill>
        <p:spPr>
          <a:xfrm>
            <a:off x="8659617" y="1291257"/>
            <a:ext cx="1176427" cy="1559969"/>
          </a:xfrm>
          <a:prstGeom prst="rect">
            <a:avLst/>
          </a:prstGeom>
        </p:spPr>
      </p:pic>
      <p:pic>
        <p:nvPicPr>
          <p:cNvPr id="6" name="Picture 5" descr="Indiana University Bloomington - Digital Art, Graphic Design, &amp; Informatics  Programs Profile | Animation Career Review">
            <a:extLst>
              <a:ext uri="{FF2B5EF4-FFF2-40B4-BE49-F238E27FC236}">
                <a16:creationId xmlns:a16="http://schemas.microsoft.com/office/drawing/2014/main" id="{B341A4DA-4A37-19D6-682F-410DF514AE3E}"/>
              </a:ext>
            </a:extLst>
          </p:cNvPr>
          <p:cNvPicPr>
            <a:picLocks noChangeAspect="1"/>
          </p:cNvPicPr>
          <p:nvPr/>
        </p:nvPicPr>
        <p:blipFill rotWithShape="1">
          <a:blip r:embed="rId3"/>
          <a:srcRect t="256" r="-3020" b="-630"/>
          <a:stretch/>
        </p:blipFill>
        <p:spPr>
          <a:xfrm>
            <a:off x="7919292" y="4378505"/>
            <a:ext cx="2722506" cy="1143154"/>
          </a:xfrm>
          <a:prstGeom prst="rect">
            <a:avLst/>
          </a:prstGeom>
        </p:spPr>
      </p:pic>
      <p:pic>
        <p:nvPicPr>
          <p:cNvPr id="5" name="Picture 4" descr="A logo with red and green circles&#10;&#10;Description automatically generated">
            <a:extLst>
              <a:ext uri="{FF2B5EF4-FFF2-40B4-BE49-F238E27FC236}">
                <a16:creationId xmlns:a16="http://schemas.microsoft.com/office/drawing/2014/main" id="{F4A25337-2BC3-E844-D2BA-6332990DE750}"/>
              </a:ext>
            </a:extLst>
          </p:cNvPr>
          <p:cNvPicPr>
            <a:picLocks noChangeAspect="1"/>
          </p:cNvPicPr>
          <p:nvPr/>
        </p:nvPicPr>
        <p:blipFill>
          <a:blip r:embed="rId4"/>
          <a:stretch>
            <a:fillRect/>
          </a:stretch>
        </p:blipFill>
        <p:spPr>
          <a:xfrm>
            <a:off x="-5751" y="5834033"/>
            <a:ext cx="1463615" cy="1012761"/>
          </a:xfrm>
          <a:prstGeom prst="rect">
            <a:avLst/>
          </a:prstGeom>
        </p:spPr>
      </p:pic>
    </p:spTree>
    <p:extLst>
      <p:ext uri="{BB962C8B-B14F-4D97-AF65-F5344CB8AC3E}">
        <p14:creationId xmlns:p14="http://schemas.microsoft.com/office/powerpoint/2010/main" val="419802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DB3D-43EB-46BB-ED81-0B056C3EFEC2}"/>
              </a:ext>
            </a:extLst>
          </p:cNvPr>
          <p:cNvSpPr>
            <a:spLocks noGrp="1"/>
          </p:cNvSpPr>
          <p:nvPr>
            <p:ph type="title"/>
          </p:nvPr>
        </p:nvSpPr>
        <p:spPr/>
        <p:txBody>
          <a:bodyPr/>
          <a:lstStyle/>
          <a:p>
            <a:r>
              <a:rPr lang="en-US" dirty="0">
                <a:cs typeface="Calibri Light"/>
              </a:rPr>
              <a:t>In Brief</a:t>
            </a:r>
          </a:p>
        </p:txBody>
      </p:sp>
      <p:pic>
        <p:nvPicPr>
          <p:cNvPr id="4" name="Picture 3" descr="Two robots holding hands&#10;&#10;Description automatically generated">
            <a:extLst>
              <a:ext uri="{FF2B5EF4-FFF2-40B4-BE49-F238E27FC236}">
                <a16:creationId xmlns:a16="http://schemas.microsoft.com/office/drawing/2014/main" id="{94F1282E-1DB6-F931-C0DF-E7E848531B24}"/>
              </a:ext>
            </a:extLst>
          </p:cNvPr>
          <p:cNvPicPr>
            <a:picLocks noChangeAspect="1"/>
          </p:cNvPicPr>
          <p:nvPr/>
        </p:nvPicPr>
        <p:blipFill>
          <a:blip r:embed="rId2"/>
          <a:stretch>
            <a:fillRect/>
          </a:stretch>
        </p:blipFill>
        <p:spPr>
          <a:xfrm>
            <a:off x="8302300" y="2716452"/>
            <a:ext cx="3893575" cy="3893575"/>
          </a:xfrm>
          <a:prstGeom prst="rect">
            <a:avLst/>
          </a:prstGeom>
        </p:spPr>
      </p:pic>
      <p:sp>
        <p:nvSpPr>
          <p:cNvPr id="8" name="Content Placeholder 7">
            <a:extLst>
              <a:ext uri="{FF2B5EF4-FFF2-40B4-BE49-F238E27FC236}">
                <a16:creationId xmlns:a16="http://schemas.microsoft.com/office/drawing/2014/main" id="{93FCAA85-DF66-2C61-1453-14BA05CFC8D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64297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57DF-FDC3-FAB7-BB9A-DF7E58FD6E11}"/>
              </a:ext>
            </a:extLst>
          </p:cNvPr>
          <p:cNvSpPr>
            <a:spLocks noGrp="1"/>
          </p:cNvSpPr>
          <p:nvPr>
            <p:ph type="title"/>
          </p:nvPr>
        </p:nvSpPr>
        <p:spPr/>
        <p:txBody>
          <a:bodyPr/>
          <a:lstStyle/>
          <a:p>
            <a:r>
              <a:rPr lang="en-US">
                <a:cs typeface="Calibri Light"/>
              </a:rPr>
              <a:t>Overview</a:t>
            </a:r>
            <a:endParaRPr lang="en-US"/>
          </a:p>
        </p:txBody>
      </p:sp>
      <p:sp>
        <p:nvSpPr>
          <p:cNvPr id="3" name="Content Placeholder 2">
            <a:extLst>
              <a:ext uri="{FF2B5EF4-FFF2-40B4-BE49-F238E27FC236}">
                <a16:creationId xmlns:a16="http://schemas.microsoft.com/office/drawing/2014/main" id="{A823B790-F88A-AB08-1449-79335E3F3D2B}"/>
              </a:ext>
            </a:extLst>
          </p:cNvPr>
          <p:cNvSpPr>
            <a:spLocks noGrp="1"/>
          </p:cNvSpPr>
          <p:nvPr>
            <p:ph idx="1"/>
          </p:nvPr>
        </p:nvSpPr>
        <p:spPr/>
        <p:txBody>
          <a:bodyPr vert="horz" lIns="91440" tIns="45720" rIns="91440" bIns="45720" rtlCol="0" anchor="t">
            <a:normAutofit/>
          </a:bodyPr>
          <a:lstStyle/>
          <a:p>
            <a:r>
              <a:rPr lang="en-US" dirty="0">
                <a:cs typeface="Calibri"/>
              </a:rPr>
              <a:t>This presentation answers six questions: </a:t>
            </a:r>
          </a:p>
          <a:p>
            <a:pPr marL="971550" lvl="1" indent="-514350">
              <a:buAutoNum type="arabicPeriod"/>
            </a:pPr>
            <a:r>
              <a:rPr lang="en-US" sz="2800" dirty="0">
                <a:cs typeface="Calibri"/>
              </a:rPr>
              <a:t>Why develop NN-</a:t>
            </a:r>
            <a:r>
              <a:rPr lang="en-US" sz="2800" err="1">
                <a:cs typeface="Calibri"/>
              </a:rPr>
              <a:t>kNN</a:t>
            </a:r>
            <a:r>
              <a:rPr lang="en-US" sz="2800" dirty="0">
                <a:cs typeface="Calibri"/>
              </a:rPr>
              <a:t>?</a:t>
            </a:r>
          </a:p>
          <a:p>
            <a:pPr marL="971550" lvl="1" indent="-514350">
              <a:buAutoNum type="arabicPeriod"/>
            </a:pPr>
            <a:r>
              <a:rPr lang="en-US" sz="2800" dirty="0">
                <a:cs typeface="Calibri"/>
              </a:rPr>
              <a:t>How to build it?</a:t>
            </a:r>
          </a:p>
          <a:p>
            <a:pPr marL="971550" lvl="1" indent="-514350">
              <a:buAutoNum type="arabicPeriod"/>
            </a:pPr>
            <a:r>
              <a:rPr lang="en-US" sz="2800" dirty="0">
                <a:cs typeface="Calibri"/>
              </a:rPr>
              <a:t>What's the benefit of using it?</a:t>
            </a:r>
          </a:p>
          <a:p>
            <a:pPr marL="971550" lvl="1" indent="-514350">
              <a:buAutoNum type="arabicPeriod"/>
            </a:pPr>
            <a:r>
              <a:rPr lang="en-US" sz="2800" dirty="0">
                <a:cs typeface="Calibri"/>
              </a:rPr>
              <a:t>How well does it work?</a:t>
            </a:r>
          </a:p>
          <a:p>
            <a:pPr marL="971550" lvl="1" indent="-514350">
              <a:buAutoNum type="arabicPeriod"/>
            </a:pPr>
            <a:r>
              <a:rPr lang="en-US" sz="2800" dirty="0">
                <a:cs typeface="Calibri"/>
              </a:rPr>
              <a:t>What's the downside of using it?</a:t>
            </a:r>
          </a:p>
          <a:p>
            <a:pPr marL="971550" lvl="1" indent="-514350">
              <a:buAutoNum type="arabicPeriod"/>
            </a:pPr>
            <a:r>
              <a:rPr lang="en-US" sz="2800" dirty="0">
                <a:cs typeface="Calibri"/>
              </a:rPr>
              <a:t>What's down the road?</a:t>
            </a:r>
          </a:p>
        </p:txBody>
      </p:sp>
    </p:spTree>
    <p:extLst>
      <p:ext uri="{BB962C8B-B14F-4D97-AF65-F5344CB8AC3E}">
        <p14:creationId xmlns:p14="http://schemas.microsoft.com/office/powerpoint/2010/main" val="29888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6D68C6-C10F-55BE-A9FA-FD43F9A2B10A}"/>
              </a:ext>
            </a:extLst>
          </p:cNvPr>
          <p:cNvSpPr>
            <a:spLocks noGrp="1"/>
          </p:cNvSpPr>
          <p:nvPr>
            <p:ph type="title"/>
          </p:nvPr>
        </p:nvSpPr>
        <p:spPr>
          <a:xfrm>
            <a:off x="630936" y="639520"/>
            <a:ext cx="3429000" cy="1719072"/>
          </a:xfrm>
        </p:spPr>
        <p:txBody>
          <a:bodyPr anchor="b">
            <a:normAutofit/>
          </a:bodyPr>
          <a:lstStyle/>
          <a:p>
            <a:r>
              <a:rPr lang="en-US" sz="5400">
                <a:cs typeface="Calibri Light"/>
              </a:rPr>
              <a:t>Why?</a:t>
            </a:r>
            <a:endParaRPr lang="en-US" sz="5400"/>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2846B4-7E65-EE07-6FE8-072AFEDFBDF3}"/>
              </a:ext>
            </a:extLst>
          </p:cNvPr>
          <p:cNvSpPr>
            <a:spLocks noGrp="1"/>
          </p:cNvSpPr>
          <p:nvPr>
            <p:ph idx="1"/>
          </p:nvPr>
        </p:nvSpPr>
        <p:spPr>
          <a:xfrm>
            <a:off x="630936" y="2807208"/>
            <a:ext cx="3429000" cy="3410712"/>
          </a:xfrm>
        </p:spPr>
        <p:txBody>
          <a:bodyPr vert="horz" lIns="91440" tIns="45720" rIns="91440" bIns="45720" rtlCol="0" anchor="t">
            <a:normAutofit/>
          </a:bodyPr>
          <a:lstStyle/>
          <a:p>
            <a:r>
              <a:rPr lang="en-US" sz="2200">
                <a:cs typeface="Calibri"/>
              </a:rPr>
              <a:t>Why not?</a:t>
            </a:r>
          </a:p>
        </p:txBody>
      </p:sp>
      <p:pic>
        <p:nvPicPr>
          <p:cNvPr id="4" name="Picture 3" descr="A person holding a coin&#10;&#10;Description automatically generated">
            <a:extLst>
              <a:ext uri="{FF2B5EF4-FFF2-40B4-BE49-F238E27FC236}">
                <a16:creationId xmlns:a16="http://schemas.microsoft.com/office/drawing/2014/main" id="{483E8872-1787-0ACC-8936-B59F42BA813C}"/>
              </a:ext>
            </a:extLst>
          </p:cNvPr>
          <p:cNvPicPr>
            <a:picLocks noChangeAspect="1"/>
          </p:cNvPicPr>
          <p:nvPr/>
        </p:nvPicPr>
        <p:blipFill>
          <a:blip r:embed="rId3"/>
          <a:stretch>
            <a:fillRect/>
          </a:stretch>
        </p:blipFill>
        <p:spPr>
          <a:xfrm>
            <a:off x="4654296" y="788327"/>
            <a:ext cx="6903720" cy="5281345"/>
          </a:xfrm>
          <a:prstGeom prst="rect">
            <a:avLst/>
          </a:prstGeom>
        </p:spPr>
      </p:pic>
    </p:spTree>
    <p:extLst>
      <p:ext uri="{BB962C8B-B14F-4D97-AF65-F5344CB8AC3E}">
        <p14:creationId xmlns:p14="http://schemas.microsoft.com/office/powerpoint/2010/main" val="259068684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E650-E665-ACFA-B823-F276C3A3D93E}"/>
              </a:ext>
            </a:extLst>
          </p:cNvPr>
          <p:cNvSpPr>
            <a:spLocks noGrp="1"/>
          </p:cNvSpPr>
          <p:nvPr>
            <p:ph type="title"/>
          </p:nvPr>
        </p:nvSpPr>
        <p:spPr/>
        <p:txBody>
          <a:bodyPr>
            <a:normAutofit fontScale="90000"/>
          </a:bodyPr>
          <a:lstStyle/>
          <a:p>
            <a:pPr marL="742950" indent="-742950">
              <a:buAutoNum type="arabicPeriod"/>
            </a:pPr>
            <a:r>
              <a:rPr lang="en-US" dirty="0">
                <a:latin typeface="Calibri Light"/>
                <a:cs typeface="Calibri Light"/>
              </a:rPr>
              <a:t>Why NN-</a:t>
            </a:r>
            <a:r>
              <a:rPr lang="en-US" err="1">
                <a:latin typeface="Calibri Light"/>
                <a:cs typeface="Calibri Light"/>
              </a:rPr>
              <a:t>kNN</a:t>
            </a:r>
            <a:r>
              <a:rPr lang="en-US" dirty="0">
                <a:latin typeface="Calibri Light"/>
                <a:cs typeface="Calibri Light"/>
              </a:rPr>
              <a:t>? </a:t>
            </a:r>
            <a:br>
              <a:rPr lang="en-US" dirty="0">
                <a:latin typeface="Calibri Light"/>
                <a:cs typeface="Calibri Light"/>
              </a:rPr>
            </a:br>
            <a:r>
              <a:rPr lang="en-US" sz="3600" dirty="0">
                <a:latin typeface="Calibri Light"/>
                <a:cs typeface="Calibri Light"/>
              </a:rPr>
              <a:t>A. Advantages over traditional k-NN Implementations</a:t>
            </a:r>
            <a:endParaRPr lang="en-US" sz="3600" dirty="0" err="1">
              <a:latin typeface="Calibri Light"/>
              <a:cs typeface="Calibri Light" panose="020F0302020204030204"/>
            </a:endParaRPr>
          </a:p>
        </p:txBody>
      </p:sp>
      <p:sp>
        <p:nvSpPr>
          <p:cNvPr id="3" name="Content Placeholder 2">
            <a:extLst>
              <a:ext uri="{FF2B5EF4-FFF2-40B4-BE49-F238E27FC236}">
                <a16:creationId xmlns:a16="http://schemas.microsoft.com/office/drawing/2014/main" id="{490A32AE-09AF-697F-37D8-D39DC76818DB}"/>
              </a:ext>
            </a:extLst>
          </p:cNvPr>
          <p:cNvSpPr>
            <a:spLocks noGrp="1"/>
          </p:cNvSpPr>
          <p:nvPr>
            <p:ph idx="1"/>
          </p:nvPr>
        </p:nvSpPr>
        <p:spPr/>
        <p:txBody>
          <a:bodyPr vert="horz" lIns="91440" tIns="45720" rIns="91440" bIns="45720" rtlCol="0" anchor="t">
            <a:normAutofit/>
          </a:bodyPr>
          <a:lstStyle/>
          <a:p>
            <a:pPr marL="0" indent="0">
              <a:buNone/>
            </a:pPr>
            <a:endParaRPr lang="en-US">
              <a:cs typeface="Calibri"/>
            </a:endParaRPr>
          </a:p>
          <a:p>
            <a:r>
              <a:rPr lang="en-US">
                <a:cs typeface="Calibri"/>
              </a:rPr>
              <a:t>Neural networks have certain benefits over traditional k-NN implementations: </a:t>
            </a:r>
          </a:p>
          <a:p>
            <a:r>
              <a:rPr lang="en-US">
                <a:cs typeface="Calibri"/>
              </a:rPr>
              <a:t>Training scheme (minimizing loss), network structures (for feature extraction, hidden pattern learning), parallel computing (fast in training), active learning (fast in testing), can chain with other neural network modules (CNN + classifier)</a:t>
            </a:r>
            <a:endParaRPr lang="en-US"/>
          </a:p>
        </p:txBody>
      </p:sp>
    </p:spTree>
    <p:extLst>
      <p:ext uri="{BB962C8B-B14F-4D97-AF65-F5344CB8AC3E}">
        <p14:creationId xmlns:p14="http://schemas.microsoft.com/office/powerpoint/2010/main" val="72505627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AB48-45DA-634B-C185-CD9624595C24}"/>
              </a:ext>
            </a:extLst>
          </p:cNvPr>
          <p:cNvSpPr>
            <a:spLocks noGrp="1"/>
          </p:cNvSpPr>
          <p:nvPr>
            <p:ph type="title"/>
          </p:nvPr>
        </p:nvSpPr>
        <p:spPr/>
        <p:txBody>
          <a:bodyPr/>
          <a:lstStyle/>
          <a:p>
            <a:pPr marL="742950" indent="-742950">
              <a:buAutoNum type="arabicPeriod"/>
            </a:pPr>
            <a:r>
              <a:rPr lang="en-US" dirty="0">
                <a:cs typeface="Calibri Light"/>
              </a:rPr>
              <a:t>Why NN-</a:t>
            </a:r>
            <a:r>
              <a:rPr lang="en-US" dirty="0" err="1">
                <a:cs typeface="Calibri Light"/>
              </a:rPr>
              <a:t>kNN</a:t>
            </a:r>
            <a:r>
              <a:rPr lang="en-US" dirty="0">
                <a:cs typeface="Calibri Light"/>
              </a:rPr>
              <a:t>?</a:t>
            </a:r>
            <a:br>
              <a:rPr lang="en-US" dirty="0">
                <a:cs typeface="Calibri Light"/>
              </a:rPr>
            </a:br>
            <a:r>
              <a:rPr lang="en-US" dirty="0">
                <a:cs typeface="Calibri Light"/>
              </a:rPr>
              <a:t>B. Advantage over NNs for Interpretability</a:t>
            </a:r>
          </a:p>
        </p:txBody>
      </p:sp>
      <p:sp>
        <p:nvSpPr>
          <p:cNvPr id="3" name="Content Placeholder 2">
            <a:extLst>
              <a:ext uri="{FF2B5EF4-FFF2-40B4-BE49-F238E27FC236}">
                <a16:creationId xmlns:a16="http://schemas.microsoft.com/office/drawing/2014/main" id="{6692C307-72F3-9303-68E8-0A7DA74C6BCA}"/>
              </a:ext>
            </a:extLst>
          </p:cNvPr>
          <p:cNvSpPr>
            <a:spLocks noGrp="1"/>
          </p:cNvSpPr>
          <p:nvPr>
            <p:ph idx="1"/>
          </p:nvPr>
        </p:nvSpPr>
        <p:spPr/>
        <p:txBody>
          <a:bodyPr vert="horz" lIns="91440" tIns="45720" rIns="91440" bIns="45720" rtlCol="0" anchor="t">
            <a:normAutofit/>
          </a:bodyPr>
          <a:lstStyle/>
          <a:p>
            <a:r>
              <a:rPr lang="en-US" dirty="0">
                <a:cs typeface="Calibri"/>
              </a:rPr>
              <a:t>K-NN is fully </a:t>
            </a:r>
            <a:r>
              <a:rPr lang="en-US" dirty="0">
                <a:solidFill>
                  <a:srgbClr val="FF0000"/>
                </a:solidFill>
                <a:cs typeface="Calibri"/>
              </a:rPr>
              <a:t>interpretable</a:t>
            </a:r>
            <a:r>
              <a:rPr lang="en-US" dirty="0">
                <a:cs typeface="Calibri"/>
              </a:rPr>
              <a:t>, NNs are (usually) black box.</a:t>
            </a:r>
          </a:p>
          <a:p>
            <a:pPr lvl="1">
              <a:buFont typeface="Courier New" panose="020B0604020202020204" pitchFamily="34" charset="0"/>
              <a:buChar char="o"/>
            </a:pPr>
            <a:r>
              <a:rPr lang="en-US" dirty="0">
                <a:cs typeface="Calibri"/>
              </a:rPr>
              <a:t>Each k-NN solution is supported by selected nearest cases. </a:t>
            </a:r>
          </a:p>
          <a:p>
            <a:pPr lvl="1">
              <a:buFont typeface="Courier New" panose="020B0604020202020204" pitchFamily="34" charset="0"/>
              <a:buChar char="o"/>
            </a:pPr>
            <a:r>
              <a:rPr lang="en-US" dirty="0">
                <a:cs typeface="Calibri"/>
              </a:rPr>
              <a:t>The core k-NN computation is a simple human-understandable distance calculation</a:t>
            </a:r>
          </a:p>
          <a:p>
            <a:r>
              <a:rPr lang="en-US" dirty="0">
                <a:cs typeface="Calibri"/>
              </a:rPr>
              <a:t>"Cases are king" for CBR interpretability (Gates, Leake, Wilkerson 23), so identifying cases contributing to solution may be sufficient</a:t>
            </a:r>
          </a:p>
          <a:p>
            <a:r>
              <a:rPr lang="en-US" dirty="0">
                <a:cs typeface="Calibri"/>
              </a:rPr>
              <a:t>Feature weights can provide additional information</a:t>
            </a:r>
          </a:p>
          <a:p>
            <a:endParaRPr lang="en-US" dirty="0">
              <a:cs typeface="Calibri"/>
            </a:endParaRPr>
          </a:p>
        </p:txBody>
      </p:sp>
    </p:spTree>
    <p:extLst>
      <p:ext uri="{BB962C8B-B14F-4D97-AF65-F5344CB8AC3E}">
        <p14:creationId xmlns:p14="http://schemas.microsoft.com/office/powerpoint/2010/main" val="65967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AB48-45DA-634B-C185-CD9624595C24}"/>
              </a:ext>
            </a:extLst>
          </p:cNvPr>
          <p:cNvSpPr>
            <a:spLocks noGrp="1"/>
          </p:cNvSpPr>
          <p:nvPr>
            <p:ph type="title"/>
          </p:nvPr>
        </p:nvSpPr>
        <p:spPr>
          <a:xfrm>
            <a:off x="838200" y="3498"/>
            <a:ext cx="10515600" cy="1325563"/>
          </a:xfrm>
        </p:spPr>
        <p:txBody>
          <a:bodyPr/>
          <a:lstStyle/>
          <a:p>
            <a:pPr marL="742950" indent="-742950">
              <a:buAutoNum type="arabicPeriod"/>
            </a:pPr>
            <a:r>
              <a:rPr lang="en-US" dirty="0">
                <a:cs typeface="Calibri Light"/>
              </a:rPr>
              <a:t>Why NN-</a:t>
            </a:r>
            <a:r>
              <a:rPr lang="en-US" dirty="0" err="1">
                <a:cs typeface="Calibri Light"/>
              </a:rPr>
              <a:t>kNN</a:t>
            </a:r>
            <a:r>
              <a:rPr lang="en-US" dirty="0">
                <a:cs typeface="Calibri Light"/>
              </a:rPr>
              <a:t>? </a:t>
            </a:r>
            <a:br>
              <a:rPr lang="en-US" dirty="0">
                <a:cs typeface="Calibri Light"/>
              </a:rPr>
            </a:br>
            <a:r>
              <a:rPr lang="en-US" dirty="0">
                <a:cs typeface="Calibri Light"/>
              </a:rPr>
              <a:t>C. Addressing a CBR Challenge</a:t>
            </a:r>
          </a:p>
        </p:txBody>
      </p:sp>
      <p:sp>
        <p:nvSpPr>
          <p:cNvPr id="3" name="Content Placeholder 2">
            <a:extLst>
              <a:ext uri="{FF2B5EF4-FFF2-40B4-BE49-F238E27FC236}">
                <a16:creationId xmlns:a16="http://schemas.microsoft.com/office/drawing/2014/main" id="{6692C307-72F3-9303-68E8-0A7DA74C6BCA}"/>
              </a:ext>
            </a:extLst>
          </p:cNvPr>
          <p:cNvSpPr>
            <a:spLocks noGrp="1"/>
          </p:cNvSpPr>
          <p:nvPr>
            <p:ph idx="1"/>
          </p:nvPr>
        </p:nvSpPr>
        <p:spPr>
          <a:xfrm>
            <a:off x="528234" y="1115286"/>
            <a:ext cx="10515600" cy="5229575"/>
          </a:xfrm>
        </p:spPr>
        <p:txBody>
          <a:bodyPr vert="horz" lIns="91440" tIns="45720" rIns="91440" bIns="45720" rtlCol="0" anchor="t">
            <a:normAutofit/>
          </a:bodyPr>
          <a:lstStyle/>
          <a:p>
            <a:pPr>
              <a:lnSpc>
                <a:spcPct val="80000"/>
              </a:lnSpc>
            </a:pPr>
            <a:r>
              <a:rPr lang="en-US" dirty="0">
                <a:cs typeface="Calibri"/>
              </a:rPr>
              <a:t>1-NN case selection is often the retrieval process for CBR</a:t>
            </a:r>
            <a:endParaRPr lang="en-US" dirty="0"/>
          </a:p>
          <a:p>
            <a:r>
              <a:rPr lang="en-US" dirty="0">
                <a:cs typeface="Calibri"/>
              </a:rPr>
              <a:t>End-to-end network CBR implementations enable coordinated learning</a:t>
            </a:r>
          </a:p>
          <a:p>
            <a:pPr lvl="2">
              <a:buFont typeface="Wingdings" panose="020B0604020202020204" pitchFamily="34" charset="0"/>
              <a:buChar char="§"/>
            </a:pPr>
            <a:r>
              <a:rPr lang="en-US" sz="2400" dirty="0">
                <a:cs typeface="Calibri"/>
              </a:rPr>
              <a:t>CBR performance benefits if similarity and adaptation are synchronized  (e.g., Smyth &amp; Keane 1998, Leake, Kinley &amp; Wilson 1997)</a:t>
            </a:r>
            <a:endParaRPr lang="en-US" dirty="0"/>
          </a:p>
          <a:p>
            <a:pPr lvl="2">
              <a:buFont typeface="Wingdings" panose="020B0604020202020204" pitchFamily="34" charset="0"/>
              <a:buChar char="§"/>
            </a:pPr>
            <a:r>
              <a:rPr lang="en-US" sz="2400" dirty="0">
                <a:cs typeface="Calibri"/>
              </a:rPr>
              <a:t>This can be approximated for network CBR by alternating optimization (Leake &amp; Ye, 2021)</a:t>
            </a:r>
          </a:p>
          <a:p>
            <a:pPr lvl="2">
              <a:buFont typeface="Wingdings" panose="020B0604020202020204" pitchFamily="34" charset="0"/>
              <a:buChar char="§"/>
            </a:pPr>
            <a:r>
              <a:rPr lang="en-US" sz="2400" dirty="0">
                <a:cs typeface="Calibri"/>
              </a:rPr>
              <a:t>If both retrieval and adaptation are implemented by NNs, the two NNs can be chained together and trained </a:t>
            </a:r>
            <a:r>
              <a:rPr lang="en-US" sz="2400" dirty="0">
                <a:solidFill>
                  <a:srgbClr val="FF0000"/>
                </a:solidFill>
                <a:cs typeface="Calibri"/>
              </a:rPr>
              <a:t>in synch</a:t>
            </a:r>
            <a:r>
              <a:rPr lang="en-US" sz="2400" dirty="0">
                <a:cs typeface="Calibri"/>
              </a:rPr>
              <a:t>.</a:t>
            </a:r>
          </a:p>
          <a:p>
            <a:pPr lvl="1">
              <a:buFont typeface="Courier New" panose="020B0604020202020204" pitchFamily="34" charset="0"/>
              <a:buChar char="o"/>
            </a:pPr>
            <a:r>
              <a:rPr lang="en-US" sz="2800" dirty="0">
                <a:cs typeface="Calibri"/>
              </a:rPr>
              <a:t>An issue:   We just black-boxed a white-box CBR system. We made a CBR system into a neural network. </a:t>
            </a:r>
          </a:p>
          <a:p>
            <a:pPr lvl="1">
              <a:buFont typeface="Courier New" panose="020B0604020202020204" pitchFamily="34" charset="0"/>
              <a:buChar char="o"/>
            </a:pPr>
            <a:r>
              <a:rPr lang="en-US" sz="2800" dirty="0">
                <a:cs typeface="Calibri"/>
              </a:rPr>
              <a:t>Solution? Make the neural network interpretable!</a:t>
            </a:r>
            <a:endParaRPr lang="en-US" sz="2800">
              <a:ea typeface="Calibri"/>
              <a:cs typeface="Calibri"/>
            </a:endParaRPr>
          </a:p>
        </p:txBody>
      </p:sp>
    </p:spTree>
    <p:extLst>
      <p:ext uri="{BB962C8B-B14F-4D97-AF65-F5344CB8AC3E}">
        <p14:creationId xmlns:p14="http://schemas.microsoft.com/office/powerpoint/2010/main" val="2281576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B873F-8DED-C78D-C02F-540715F165D4}"/>
              </a:ext>
            </a:extLst>
          </p:cNvPr>
          <p:cNvSpPr>
            <a:spLocks noGrp="1"/>
          </p:cNvSpPr>
          <p:nvPr>
            <p:ph type="title"/>
          </p:nvPr>
        </p:nvSpPr>
        <p:spPr>
          <a:xfrm>
            <a:off x="838200" y="5691"/>
            <a:ext cx="10515600" cy="1325563"/>
          </a:xfrm>
        </p:spPr>
        <p:txBody>
          <a:bodyPr/>
          <a:lstStyle/>
          <a:p>
            <a:r>
              <a:rPr lang="en-US" dirty="0">
                <a:ea typeface="Calibri Light"/>
                <a:cs typeface="Calibri Light"/>
              </a:rPr>
              <a:t>Why?  Related Work</a:t>
            </a:r>
            <a:endParaRPr lang="en-US" dirty="0"/>
          </a:p>
        </p:txBody>
      </p:sp>
      <p:sp>
        <p:nvSpPr>
          <p:cNvPr id="3" name="Content Placeholder 2">
            <a:extLst>
              <a:ext uri="{FF2B5EF4-FFF2-40B4-BE49-F238E27FC236}">
                <a16:creationId xmlns:a16="http://schemas.microsoft.com/office/drawing/2014/main" id="{E76D1ACD-812E-23E7-3E16-803D7FEA2D40}"/>
              </a:ext>
            </a:extLst>
          </p:cNvPr>
          <p:cNvSpPr>
            <a:spLocks noGrp="1"/>
          </p:cNvSpPr>
          <p:nvPr>
            <p:ph idx="1"/>
          </p:nvPr>
        </p:nvSpPr>
        <p:spPr>
          <a:xfrm>
            <a:off x="838200" y="1034871"/>
            <a:ext cx="10788769" cy="5400884"/>
          </a:xfrm>
        </p:spPr>
        <p:txBody>
          <a:bodyPr vert="horz" lIns="91440" tIns="45720" rIns="91440" bIns="45720" rtlCol="0" anchor="t">
            <a:normAutofit fontScale="92500"/>
          </a:bodyPr>
          <a:lstStyle/>
          <a:p>
            <a:r>
              <a:rPr lang="en-US" dirty="0">
                <a:ea typeface="Calibri"/>
                <a:cs typeface="Calibri"/>
              </a:rPr>
              <a:t>Neural models are used extensively for processes </a:t>
            </a:r>
            <a:r>
              <a:rPr lang="en-US" dirty="0" err="1">
                <a:ea typeface="Calibri"/>
                <a:cs typeface="Calibri"/>
              </a:rPr>
              <a:t>psuch</a:t>
            </a:r>
            <a:r>
              <a:rPr lang="en-US" dirty="0">
                <a:ea typeface="Calibri"/>
                <a:cs typeface="Calibri"/>
              </a:rPr>
              <a:t> as index generation, similarity assessment, and case adaptation.  Powerful but black-box</a:t>
            </a:r>
          </a:p>
          <a:p>
            <a:r>
              <a:rPr lang="en-US" dirty="0">
                <a:ea typeface="Calibri"/>
                <a:cs typeface="Calibri"/>
              </a:rPr>
              <a:t>NN-</a:t>
            </a:r>
            <a:r>
              <a:rPr lang="en-US" dirty="0" err="1">
                <a:ea typeface="Calibri"/>
                <a:cs typeface="Calibri"/>
              </a:rPr>
              <a:t>kNN</a:t>
            </a:r>
            <a:r>
              <a:rPr lang="en-US" dirty="0">
                <a:ea typeface="Calibri"/>
                <a:cs typeface="Calibri"/>
              </a:rPr>
              <a:t> response: Design a neural architecture to force interpretability </a:t>
            </a:r>
          </a:p>
          <a:p>
            <a:r>
              <a:rPr lang="en-US" dirty="0">
                <a:ea typeface="Calibri"/>
                <a:cs typeface="Calibri"/>
              </a:rPr>
              <a:t>Inspiring example:  Li et al. (2018) interpretable network for image classification explains predictions by a restricted set of learned prototypes.  It encodes features, learns prototypes, and reconstructs images as explanations.  Appealing but prototype approach has limitations:  </a:t>
            </a:r>
            <a:endParaRPr lang="en-US" dirty="0"/>
          </a:p>
          <a:p>
            <a:pPr lvl="1">
              <a:buFont typeface="Courier New" panose="020B0604020202020204" pitchFamily="34" charset="0"/>
              <a:buChar char="o"/>
            </a:pPr>
            <a:r>
              <a:rPr lang="en-US" sz="2600" dirty="0">
                <a:ea typeface="Calibri"/>
                <a:cs typeface="Calibri"/>
              </a:rPr>
              <a:t>Learned prototypes may not correspond to any real examples and may blend several classes, making them less understandable or convincing as explanations</a:t>
            </a:r>
          </a:p>
          <a:p>
            <a:pPr lvl="1">
              <a:buFont typeface="Courier New" panose="020B0604020202020204" pitchFamily="34" charset="0"/>
              <a:buChar char="o"/>
            </a:pPr>
            <a:r>
              <a:rPr lang="en-US" sz="2600" dirty="0">
                <a:ea typeface="Calibri"/>
                <a:cs typeface="Calibri"/>
              </a:rPr>
              <a:t>A specific example may not be covered by any sufficiently similar prototype </a:t>
            </a:r>
          </a:p>
          <a:p>
            <a:r>
              <a:rPr lang="en-US" dirty="0">
                <a:ea typeface="Calibri"/>
                <a:cs typeface="Calibri"/>
              </a:rPr>
              <a:t>NN-</a:t>
            </a:r>
            <a:r>
              <a:rPr lang="en-US" dirty="0" err="1">
                <a:ea typeface="Calibri"/>
                <a:cs typeface="Calibri"/>
              </a:rPr>
              <a:t>kNN</a:t>
            </a:r>
            <a:r>
              <a:rPr lang="en-US" dirty="0">
                <a:ea typeface="Calibri"/>
                <a:cs typeface="Calibri"/>
              </a:rPr>
              <a:t> response: Generalizing it to use cases instead of prototypes (Potentially, you can still use only prototype cases, for a smaller case base)</a:t>
            </a:r>
          </a:p>
        </p:txBody>
      </p:sp>
    </p:spTree>
    <p:extLst>
      <p:ext uri="{BB962C8B-B14F-4D97-AF65-F5344CB8AC3E}">
        <p14:creationId xmlns:p14="http://schemas.microsoft.com/office/powerpoint/2010/main" val="122969080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94F81-F756-DC2F-6ADB-4F9D540BCD8F}"/>
              </a:ext>
            </a:extLst>
          </p:cNvPr>
          <p:cNvSpPr>
            <a:spLocks noGrp="1"/>
          </p:cNvSpPr>
          <p:nvPr>
            <p:ph type="title"/>
          </p:nvPr>
        </p:nvSpPr>
        <p:spPr/>
        <p:txBody>
          <a:bodyPr/>
          <a:lstStyle/>
          <a:p>
            <a:r>
              <a:rPr lang="en-US" dirty="0">
                <a:cs typeface="Calibri Light"/>
              </a:rPr>
              <a:t>Why?  Related Work</a:t>
            </a:r>
            <a:endParaRPr lang="en-US" dirty="0"/>
          </a:p>
        </p:txBody>
      </p:sp>
      <p:sp>
        <p:nvSpPr>
          <p:cNvPr id="3" name="Content Placeholder 2">
            <a:extLst>
              <a:ext uri="{FF2B5EF4-FFF2-40B4-BE49-F238E27FC236}">
                <a16:creationId xmlns:a16="http://schemas.microsoft.com/office/drawing/2014/main" id="{11D2C108-54FF-376D-BD4F-E0DEB631CA40}"/>
              </a:ext>
            </a:extLst>
          </p:cNvPr>
          <p:cNvSpPr>
            <a:spLocks noGrp="1"/>
          </p:cNvSpPr>
          <p:nvPr>
            <p:ph idx="1"/>
          </p:nvPr>
        </p:nvSpPr>
        <p:spPr/>
        <p:txBody>
          <a:bodyPr vert="horz" lIns="91440" tIns="45720" rIns="91440" bIns="45720" rtlCol="0" anchor="t">
            <a:normAutofit/>
          </a:bodyPr>
          <a:lstStyle/>
          <a:p>
            <a:r>
              <a:rPr lang="en-US" dirty="0">
                <a:cs typeface="Calibri"/>
              </a:rPr>
              <a:t>"CBR is a methodology, not a technology" (Watson, 1999)</a:t>
            </a:r>
          </a:p>
          <a:p>
            <a:r>
              <a:rPr lang="en-US" dirty="0">
                <a:cs typeface="Calibri"/>
              </a:rPr>
              <a:t>NN-</a:t>
            </a:r>
            <a:r>
              <a:rPr lang="en-US" dirty="0" err="1">
                <a:cs typeface="Calibri"/>
              </a:rPr>
              <a:t>kNN</a:t>
            </a:r>
            <a:r>
              <a:rPr lang="en-US" dirty="0">
                <a:cs typeface="Calibri"/>
              </a:rPr>
              <a:t> illustrates networks inspired by CBR processes (Leake &amp; Crandall, 2020). </a:t>
            </a:r>
          </a:p>
          <a:p>
            <a:endParaRPr lang="en-US" dirty="0">
              <a:cs typeface="Calibri"/>
            </a:endParaRPr>
          </a:p>
        </p:txBody>
      </p:sp>
    </p:spTree>
    <p:extLst>
      <p:ext uri="{BB962C8B-B14F-4D97-AF65-F5344CB8AC3E}">
        <p14:creationId xmlns:p14="http://schemas.microsoft.com/office/powerpoint/2010/main" val="429393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B873F-8DED-C78D-C02F-540715F165D4}"/>
              </a:ext>
            </a:extLst>
          </p:cNvPr>
          <p:cNvSpPr>
            <a:spLocks noGrp="1"/>
          </p:cNvSpPr>
          <p:nvPr>
            <p:ph type="title"/>
          </p:nvPr>
        </p:nvSpPr>
        <p:spPr>
          <a:xfrm>
            <a:off x="838200" y="5691"/>
            <a:ext cx="10515600" cy="1325563"/>
          </a:xfrm>
        </p:spPr>
        <p:txBody>
          <a:bodyPr/>
          <a:lstStyle/>
          <a:p>
            <a:r>
              <a:rPr lang="en-US" dirty="0">
                <a:ea typeface="Calibri Light"/>
                <a:cs typeface="Calibri Light"/>
              </a:rPr>
              <a:t>Why?  Related Work</a:t>
            </a:r>
            <a:endParaRPr lang="en-US" dirty="0"/>
          </a:p>
        </p:txBody>
      </p:sp>
      <p:sp>
        <p:nvSpPr>
          <p:cNvPr id="3" name="Content Placeholder 2">
            <a:extLst>
              <a:ext uri="{FF2B5EF4-FFF2-40B4-BE49-F238E27FC236}">
                <a16:creationId xmlns:a16="http://schemas.microsoft.com/office/drawing/2014/main" id="{E76D1ACD-812E-23E7-3E16-803D7FEA2D40}"/>
              </a:ext>
            </a:extLst>
          </p:cNvPr>
          <p:cNvSpPr>
            <a:spLocks noGrp="1"/>
          </p:cNvSpPr>
          <p:nvPr>
            <p:ph idx="1"/>
          </p:nvPr>
        </p:nvSpPr>
        <p:spPr>
          <a:xfrm>
            <a:off x="838200" y="1034871"/>
            <a:ext cx="10788769" cy="5400884"/>
          </a:xfrm>
        </p:spPr>
        <p:txBody>
          <a:bodyPr vert="horz" lIns="91440" tIns="45720" rIns="91440" bIns="45720" rtlCol="0" anchor="t">
            <a:normAutofit lnSpcReduction="10000"/>
          </a:bodyPr>
          <a:lstStyle/>
          <a:p>
            <a:pPr marL="0" indent="0">
              <a:buNone/>
            </a:pPr>
            <a:endParaRPr lang="en-US" dirty="0">
              <a:ea typeface="Calibri"/>
              <a:cs typeface="Calibri"/>
            </a:endParaRPr>
          </a:p>
          <a:p>
            <a:r>
              <a:rPr lang="en-US" dirty="0">
                <a:ea typeface="Calibri"/>
                <a:cs typeface="Calibri"/>
              </a:rPr>
              <a:t>Li et al. (2018): An interpretable network for image classification which </a:t>
            </a:r>
          </a:p>
          <a:p>
            <a:pPr lvl="1">
              <a:buFont typeface="Courier New" panose="020B0604020202020204" pitchFamily="34" charset="0"/>
              <a:buChar char="o"/>
            </a:pPr>
            <a:r>
              <a:rPr lang="en-US" dirty="0">
                <a:ea typeface="Calibri"/>
                <a:cs typeface="Calibri"/>
              </a:rPr>
              <a:t>Explains predictions by a restricted set of learned prototypes.  </a:t>
            </a:r>
          </a:p>
          <a:p>
            <a:pPr lvl="1">
              <a:buFont typeface="Courier New" panose="020B0604020202020204" pitchFamily="34" charset="0"/>
              <a:buChar char="o"/>
            </a:pPr>
            <a:r>
              <a:rPr lang="en-US" dirty="0">
                <a:ea typeface="Calibri"/>
                <a:cs typeface="Calibri"/>
              </a:rPr>
              <a:t>Encodes features, learns prototypes, and reconstructs images as explanations.  </a:t>
            </a:r>
          </a:p>
          <a:p>
            <a:r>
              <a:rPr lang="en-US" dirty="0">
                <a:ea typeface="Calibri"/>
                <a:cs typeface="Calibri"/>
              </a:rPr>
              <a:t>Limitations of learning prototypes: </a:t>
            </a:r>
          </a:p>
          <a:p>
            <a:pPr lvl="1">
              <a:buFont typeface="Courier New" panose="020B0604020202020204" pitchFamily="34" charset="0"/>
              <a:buChar char="o"/>
            </a:pPr>
            <a:r>
              <a:rPr lang="en-US" sz="2800" dirty="0">
                <a:cs typeface="Calibri"/>
              </a:rPr>
              <a:t>Reasoning with encodings makes underlying reasoning opaque</a:t>
            </a:r>
          </a:p>
          <a:p>
            <a:pPr lvl="1">
              <a:buFont typeface="Courier New" panose="020B0604020202020204" pitchFamily="34" charset="0"/>
              <a:buChar char="o"/>
            </a:pPr>
            <a:r>
              <a:rPr lang="en-US" sz="2600" dirty="0">
                <a:ea typeface="Calibri"/>
                <a:cs typeface="Calibri"/>
              </a:rPr>
              <a:t>The learned prototypes </a:t>
            </a:r>
          </a:p>
          <a:p>
            <a:pPr lvl="2">
              <a:buFont typeface="Wingdings" panose="020B0604020202020204" pitchFamily="34" charset="0"/>
              <a:buChar char="§"/>
            </a:pPr>
            <a:r>
              <a:rPr lang="en-US" sz="2200" dirty="0">
                <a:ea typeface="Calibri"/>
                <a:cs typeface="Calibri"/>
              </a:rPr>
              <a:t>may not correspond to any real examples, and </a:t>
            </a:r>
            <a:endParaRPr lang="en-US">
              <a:ea typeface="Calibri"/>
              <a:cs typeface="Calibri"/>
            </a:endParaRPr>
          </a:p>
          <a:p>
            <a:pPr lvl="2">
              <a:buFont typeface="Wingdings" panose="020B0604020202020204" pitchFamily="34" charset="0"/>
              <a:buChar char="§"/>
            </a:pPr>
            <a:r>
              <a:rPr lang="en-US" sz="2200" dirty="0">
                <a:ea typeface="Calibri"/>
                <a:cs typeface="Calibri"/>
              </a:rPr>
              <a:t>may blend several classes</a:t>
            </a:r>
            <a:endParaRPr lang="en-US">
              <a:ea typeface="Calibri"/>
              <a:cs typeface="Calibri"/>
            </a:endParaRPr>
          </a:p>
          <a:p>
            <a:pPr lvl="1">
              <a:buFont typeface="Courier New" panose="020B0604020202020204" pitchFamily="34" charset="0"/>
              <a:buChar char="o"/>
            </a:pPr>
            <a:r>
              <a:rPr lang="en-US" sz="2600" dirty="0">
                <a:ea typeface="Calibri"/>
                <a:cs typeface="Calibri"/>
              </a:rPr>
              <a:t>This may make them less understandable or convincing as explanations</a:t>
            </a:r>
            <a:endParaRPr lang="en-US">
              <a:cs typeface="Calibri"/>
            </a:endParaRPr>
          </a:p>
          <a:p>
            <a:pPr lvl="1">
              <a:buFont typeface="Courier New" panose="020B0604020202020204" pitchFamily="34" charset="0"/>
              <a:buChar char="o"/>
            </a:pPr>
            <a:r>
              <a:rPr lang="en-US" sz="2600" dirty="0">
                <a:ea typeface="Calibri"/>
                <a:cs typeface="Calibri"/>
              </a:rPr>
              <a:t>A specific example may not be covered by </a:t>
            </a:r>
            <a:r>
              <a:rPr lang="en-US" sz="2600" i="1" dirty="0">
                <a:ea typeface="Calibri"/>
                <a:cs typeface="Calibri"/>
              </a:rPr>
              <a:t>any</a:t>
            </a:r>
            <a:r>
              <a:rPr lang="en-US" sz="2600" dirty="0">
                <a:ea typeface="Calibri"/>
                <a:cs typeface="Calibri"/>
              </a:rPr>
              <a:t> sufficiently similar prototype </a:t>
            </a:r>
          </a:p>
          <a:p>
            <a:r>
              <a:rPr lang="en-US" dirty="0">
                <a:ea typeface="Calibri"/>
                <a:cs typeface="Calibri"/>
              </a:rPr>
              <a:t>NN-</a:t>
            </a:r>
            <a:r>
              <a:rPr lang="en-US" dirty="0" err="1">
                <a:ea typeface="Calibri"/>
                <a:cs typeface="Calibri"/>
              </a:rPr>
              <a:t>kNN</a:t>
            </a:r>
            <a:r>
              <a:rPr lang="en-US" dirty="0">
                <a:ea typeface="Calibri"/>
                <a:cs typeface="Calibri"/>
              </a:rPr>
              <a:t> response: Use real cases instead of learning prototypes!</a:t>
            </a:r>
          </a:p>
        </p:txBody>
      </p:sp>
    </p:spTree>
    <p:extLst>
      <p:ext uri="{BB962C8B-B14F-4D97-AF65-F5344CB8AC3E}">
        <p14:creationId xmlns:p14="http://schemas.microsoft.com/office/powerpoint/2010/main" val="424334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E7E3-DC0A-836D-4298-7B948E17A1BF}"/>
              </a:ext>
            </a:extLst>
          </p:cNvPr>
          <p:cNvSpPr>
            <a:spLocks noGrp="1"/>
          </p:cNvSpPr>
          <p:nvPr>
            <p:ph type="title"/>
          </p:nvPr>
        </p:nvSpPr>
        <p:spPr>
          <a:xfrm>
            <a:off x="741438" y="2268"/>
            <a:ext cx="10515600" cy="1325563"/>
          </a:xfrm>
        </p:spPr>
        <p:txBody>
          <a:bodyPr/>
          <a:lstStyle/>
          <a:p>
            <a:r>
              <a:rPr lang="en-US">
                <a:cs typeface="Calibri Light"/>
              </a:rPr>
              <a:t>Why? (summary)  </a:t>
            </a:r>
            <a:endParaRPr lang="en-US"/>
          </a:p>
        </p:txBody>
      </p:sp>
      <p:sp>
        <p:nvSpPr>
          <p:cNvPr id="3" name="Content Placeholder 2">
            <a:extLst>
              <a:ext uri="{FF2B5EF4-FFF2-40B4-BE49-F238E27FC236}">
                <a16:creationId xmlns:a16="http://schemas.microsoft.com/office/drawing/2014/main" id="{A0AC570C-59FD-F598-D9D7-6E71C0013C97}"/>
              </a:ext>
            </a:extLst>
          </p:cNvPr>
          <p:cNvSpPr>
            <a:spLocks noGrp="1"/>
          </p:cNvSpPr>
          <p:nvPr>
            <p:ph idx="1"/>
          </p:nvPr>
        </p:nvSpPr>
        <p:spPr>
          <a:xfrm>
            <a:off x="838200" y="1063626"/>
            <a:ext cx="10515600" cy="4351338"/>
          </a:xfrm>
        </p:spPr>
        <p:txBody>
          <a:bodyPr vert="horz" lIns="91440" tIns="45720" rIns="91440" bIns="45720" rtlCol="0" anchor="t">
            <a:normAutofit/>
          </a:bodyPr>
          <a:lstStyle/>
          <a:p>
            <a:r>
              <a:rPr lang="en-US" dirty="0">
                <a:cs typeface="Calibri"/>
              </a:rPr>
              <a:t>We want a black-box neural network to function like a k-NN system (a step towards network-implemented CBR)</a:t>
            </a:r>
            <a:endParaRPr lang="en-US" dirty="0">
              <a:ea typeface="Calibri"/>
              <a:cs typeface="Calibri"/>
            </a:endParaRPr>
          </a:p>
          <a:p>
            <a:r>
              <a:rPr lang="en-US" dirty="0">
                <a:cs typeface="Calibri"/>
              </a:rPr>
              <a:t>We want it to retain CBR interpretability, turning the black box into a white box</a:t>
            </a:r>
            <a:endParaRPr lang="en-US" dirty="0">
              <a:ea typeface="Calibri"/>
              <a:cs typeface="Calibri"/>
            </a:endParaRPr>
          </a:p>
          <a:p>
            <a:r>
              <a:rPr lang="en-US" dirty="0">
                <a:cs typeface="Calibri"/>
              </a:rPr>
              <a:t>This duality provides benefits from both sides </a:t>
            </a:r>
            <a:endParaRPr lang="en-US" dirty="0">
              <a:ea typeface="Calibri"/>
              <a:cs typeface="Calibri"/>
            </a:endParaRPr>
          </a:p>
          <a:p>
            <a:r>
              <a:rPr lang="en-US" dirty="0">
                <a:cs typeface="Calibri"/>
              </a:rPr>
              <a:t>(And drawbacks too, which we will discuss)</a:t>
            </a:r>
          </a:p>
          <a:p>
            <a:endParaRPr lang="en-US">
              <a:cs typeface="Calibri"/>
            </a:endParaRPr>
          </a:p>
          <a:p>
            <a:endParaRPr lang="en-US">
              <a:cs typeface="Calibri"/>
            </a:endParaRPr>
          </a:p>
          <a:p>
            <a:pPr marL="0" indent="0">
              <a:buNone/>
            </a:pPr>
            <a:endParaRPr lang="en-US" dirty="0">
              <a:ea typeface="Calibri" panose="020F0502020204030204"/>
              <a:cs typeface="Calibri"/>
            </a:endParaRPr>
          </a:p>
        </p:txBody>
      </p:sp>
      <p:pic>
        <p:nvPicPr>
          <p:cNvPr id="4" name="Picture 3" descr="A white bench on a sidewalk&#10;&#10;Description automatically generated">
            <a:extLst>
              <a:ext uri="{FF2B5EF4-FFF2-40B4-BE49-F238E27FC236}">
                <a16:creationId xmlns:a16="http://schemas.microsoft.com/office/drawing/2014/main" id="{F53E8A62-8403-AFF7-73C0-0E1CB718CB78}"/>
              </a:ext>
            </a:extLst>
          </p:cNvPr>
          <p:cNvPicPr>
            <a:picLocks noChangeAspect="1"/>
          </p:cNvPicPr>
          <p:nvPr/>
        </p:nvPicPr>
        <p:blipFill>
          <a:blip r:embed="rId3"/>
          <a:stretch>
            <a:fillRect/>
          </a:stretch>
        </p:blipFill>
        <p:spPr>
          <a:xfrm>
            <a:off x="7543800" y="3720465"/>
            <a:ext cx="4552950" cy="3055620"/>
          </a:xfrm>
          <a:prstGeom prst="rect">
            <a:avLst/>
          </a:prstGeom>
        </p:spPr>
      </p:pic>
      <p:sp>
        <p:nvSpPr>
          <p:cNvPr id="5" name="TextBox 4">
            <a:extLst>
              <a:ext uri="{FF2B5EF4-FFF2-40B4-BE49-F238E27FC236}">
                <a16:creationId xmlns:a16="http://schemas.microsoft.com/office/drawing/2014/main" id="{6A53251C-8C32-B794-1675-BC6076C7E7F9}"/>
              </a:ext>
            </a:extLst>
          </p:cNvPr>
          <p:cNvSpPr txBox="1"/>
          <p:nvPr/>
        </p:nvSpPr>
        <p:spPr>
          <a:xfrm>
            <a:off x="9614844" y="3246223"/>
            <a:ext cx="23683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“Tú y </a:t>
            </a:r>
            <a:r>
              <a:rPr lang="en-US" dirty="0" err="1">
                <a:ea typeface="Calibri"/>
                <a:cs typeface="Calibri"/>
              </a:rPr>
              <a:t>Yo</a:t>
            </a:r>
            <a:r>
              <a:rPr lang="en-US" dirty="0">
                <a:ea typeface="Calibri"/>
                <a:cs typeface="Calibri"/>
              </a:rPr>
              <a:t>” CBR-</a:t>
            </a:r>
            <a:r>
              <a:rPr lang="en-US" dirty="0" err="1">
                <a:ea typeface="Calibri"/>
                <a:cs typeface="Calibri"/>
              </a:rPr>
              <a:t>kNN</a:t>
            </a:r>
            <a:endParaRPr lang="en-US" dirty="0" err="1"/>
          </a:p>
        </p:txBody>
      </p:sp>
      <p:pic>
        <p:nvPicPr>
          <p:cNvPr id="6" name="Picture 5" descr="A black box with a white label&#10;&#10;Description automatically generated">
            <a:extLst>
              <a:ext uri="{FF2B5EF4-FFF2-40B4-BE49-F238E27FC236}">
                <a16:creationId xmlns:a16="http://schemas.microsoft.com/office/drawing/2014/main" id="{4914CA92-E979-1697-F830-10E6043ECEA3}"/>
              </a:ext>
            </a:extLst>
          </p:cNvPr>
          <p:cNvPicPr>
            <a:picLocks noChangeAspect="1"/>
          </p:cNvPicPr>
          <p:nvPr/>
        </p:nvPicPr>
        <p:blipFill>
          <a:blip r:embed="rId4"/>
          <a:stretch>
            <a:fillRect/>
          </a:stretch>
        </p:blipFill>
        <p:spPr>
          <a:xfrm>
            <a:off x="-4385" y="3847193"/>
            <a:ext cx="3105150" cy="3009900"/>
          </a:xfrm>
          <a:prstGeom prst="rect">
            <a:avLst/>
          </a:prstGeom>
        </p:spPr>
      </p:pic>
      <p:pic>
        <p:nvPicPr>
          <p:cNvPr id="7" name="Picture 6" descr="A white box with a lid open&#10;&#10;Description automatically generated">
            <a:extLst>
              <a:ext uri="{FF2B5EF4-FFF2-40B4-BE49-F238E27FC236}">
                <a16:creationId xmlns:a16="http://schemas.microsoft.com/office/drawing/2014/main" id="{D5BF1B18-14CF-D530-6E99-D24CBB47BDCA}"/>
              </a:ext>
            </a:extLst>
          </p:cNvPr>
          <p:cNvPicPr>
            <a:picLocks noChangeAspect="1"/>
          </p:cNvPicPr>
          <p:nvPr/>
        </p:nvPicPr>
        <p:blipFill>
          <a:blip r:embed="rId5"/>
          <a:stretch>
            <a:fillRect/>
          </a:stretch>
        </p:blipFill>
        <p:spPr>
          <a:xfrm>
            <a:off x="3914095" y="3844623"/>
            <a:ext cx="3057525" cy="2990850"/>
          </a:xfrm>
          <a:prstGeom prst="rect">
            <a:avLst/>
          </a:prstGeom>
        </p:spPr>
      </p:pic>
    </p:spTree>
    <p:extLst>
      <p:ext uri="{BB962C8B-B14F-4D97-AF65-F5344CB8AC3E}">
        <p14:creationId xmlns:p14="http://schemas.microsoft.com/office/powerpoint/2010/main" val="141612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75FE-FB0D-43A6-BA71-24BDDE2C1924}"/>
              </a:ext>
            </a:extLst>
          </p:cNvPr>
          <p:cNvSpPr>
            <a:spLocks noGrp="1"/>
          </p:cNvSpPr>
          <p:nvPr>
            <p:ph type="title"/>
          </p:nvPr>
        </p:nvSpPr>
        <p:spPr>
          <a:xfrm>
            <a:off x="5894962" y="479493"/>
            <a:ext cx="5458838" cy="1325563"/>
          </a:xfrm>
        </p:spPr>
        <p:txBody>
          <a:bodyPr>
            <a:normAutofit/>
          </a:bodyPr>
          <a:lstStyle/>
          <a:p>
            <a:r>
              <a:rPr lang="en-US">
                <a:cs typeface="Calibri Light"/>
              </a:rPr>
              <a:t>How?</a:t>
            </a:r>
            <a:endParaRPr lang="en-US"/>
          </a:p>
        </p:txBody>
      </p:sp>
      <p:pic>
        <p:nvPicPr>
          <p:cNvPr id="4" name="Picture 3" descr="A person in a garment&#10;&#10;Description automatically generated">
            <a:extLst>
              <a:ext uri="{FF2B5EF4-FFF2-40B4-BE49-F238E27FC236}">
                <a16:creationId xmlns:a16="http://schemas.microsoft.com/office/drawing/2014/main" id="{4E9BD69E-D65C-AF3B-FB5B-89AEAC13AC18}"/>
              </a:ext>
            </a:extLst>
          </p:cNvPr>
          <p:cNvPicPr>
            <a:picLocks noChangeAspect="1"/>
          </p:cNvPicPr>
          <p:nvPr/>
        </p:nvPicPr>
        <p:blipFill>
          <a:blip r:embed="rId3"/>
          <a:stretch>
            <a:fillRect/>
          </a:stretch>
        </p:blipFill>
        <p:spPr>
          <a:xfrm>
            <a:off x="703182" y="1743705"/>
            <a:ext cx="4777381" cy="320084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73137C07-2981-DA35-DCE3-9EAB21D06181}"/>
              </a:ext>
            </a:extLst>
          </p:cNvPr>
          <p:cNvSpPr>
            <a:spLocks noGrp="1"/>
          </p:cNvSpPr>
          <p:nvPr>
            <p:ph idx="1"/>
          </p:nvPr>
        </p:nvSpPr>
        <p:spPr>
          <a:xfrm>
            <a:off x="5894962" y="1984443"/>
            <a:ext cx="5458838" cy="4192520"/>
          </a:xfrm>
        </p:spPr>
        <p:txBody>
          <a:bodyPr vert="horz" lIns="91440" tIns="45720" rIns="91440" bIns="45720" rtlCol="0" anchor="t">
            <a:normAutofit/>
          </a:bodyPr>
          <a:lstStyle/>
          <a:p>
            <a:r>
              <a:rPr lang="en-US" sz="2600">
                <a:cs typeface="Calibri"/>
              </a:rPr>
              <a:t>Neural Nets are universal approximators. So we can emulate almost any function (with limited memory). </a:t>
            </a:r>
          </a:p>
          <a:p>
            <a:r>
              <a:rPr lang="en-US" sz="2600">
                <a:cs typeface="Calibri"/>
              </a:rPr>
              <a:t>A good example: Logical Neural Net (Nodes represent logical operations)</a:t>
            </a:r>
          </a:p>
          <a:p>
            <a:endParaRPr lang="en-US" sz="2600">
              <a:cs typeface="Calibri"/>
            </a:endParaRPr>
          </a:p>
          <a:p>
            <a:r>
              <a:rPr lang="en-US" sz="2600">
                <a:cs typeface="Calibri"/>
              </a:rPr>
              <a:t>We can emulate a k-NN with a NN.</a:t>
            </a:r>
          </a:p>
          <a:p>
            <a:endParaRPr lang="en-US" sz="2600">
              <a:cs typeface="Calibri"/>
            </a:endParaRPr>
          </a:p>
        </p:txBody>
      </p:sp>
    </p:spTree>
    <p:extLst>
      <p:ext uri="{BB962C8B-B14F-4D97-AF65-F5344CB8AC3E}">
        <p14:creationId xmlns:p14="http://schemas.microsoft.com/office/powerpoint/2010/main" val="2231896775"/>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cs typeface="Calibri Light"/>
              </a:rPr>
              <a:t>Neural Network Based K-Nearest Neighbor</a:t>
            </a:r>
            <a:endParaRPr lang="en-US"/>
          </a:p>
        </p:txBody>
      </p:sp>
      <p:sp>
        <p:nvSpPr>
          <p:cNvPr id="3" name="Content Placeholder 2">
            <a:extLst>
              <a:ext uri="{FF2B5EF4-FFF2-40B4-BE49-F238E27FC236}">
                <a16:creationId xmlns:a16="http://schemas.microsoft.com/office/drawing/2014/main" id="{1E5BAFB5-2DEC-130F-7C1E-D9A7FF655335}"/>
              </a:ext>
            </a:extLst>
          </p:cNvPr>
          <p:cNvSpPr>
            <a:spLocks noGrp="1"/>
          </p:cNvSpPr>
          <p:nvPr>
            <p:ph idx="1"/>
          </p:nvPr>
        </p:nvSpPr>
        <p:spPr/>
        <p:txBody>
          <a:bodyPr vert="horz" lIns="91440" tIns="45720" rIns="91440" bIns="45720" rtlCol="0" anchor="t">
            <a:normAutofit/>
          </a:bodyPr>
          <a:lstStyle/>
          <a:p>
            <a:pPr marL="0" indent="0">
              <a:buNone/>
            </a:pPr>
            <a:endParaRPr lang="en-US">
              <a:cs typeface="Calibri"/>
            </a:endParaRPr>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05703"/>
            <a:ext cx="11842880" cy="4790183"/>
          </a:xfrm>
          <a:prstGeom prst="rect">
            <a:avLst/>
          </a:prstGeom>
        </p:spPr>
      </p:pic>
    </p:spTree>
    <p:extLst>
      <p:ext uri="{BB962C8B-B14F-4D97-AF65-F5344CB8AC3E}">
        <p14:creationId xmlns:p14="http://schemas.microsoft.com/office/powerpoint/2010/main" val="1945263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ea typeface="Calibri Light"/>
                <a:cs typeface="Calibri Light"/>
              </a:rPr>
              <a:t>The input query goes here</a:t>
            </a:r>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87570"/>
            <a:ext cx="11842880" cy="4790183"/>
          </a:xfrm>
          <a:prstGeom prst="rect">
            <a:avLst/>
          </a:prstGeom>
        </p:spPr>
      </p:pic>
      <p:sp>
        <p:nvSpPr>
          <p:cNvPr id="5" name="Rectangle 4">
            <a:extLst>
              <a:ext uri="{FF2B5EF4-FFF2-40B4-BE49-F238E27FC236}">
                <a16:creationId xmlns:a16="http://schemas.microsoft.com/office/drawing/2014/main" id="{A8578D23-2EA0-3E0C-80AC-E9DC263D07E0}"/>
              </a:ext>
            </a:extLst>
          </p:cNvPr>
          <p:cNvSpPr/>
          <p:nvPr/>
        </p:nvSpPr>
        <p:spPr>
          <a:xfrm>
            <a:off x="554181" y="2468628"/>
            <a:ext cx="1158743" cy="128469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882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cs typeface="Calibri Light"/>
              </a:rPr>
              <a:t>Cases are stored here</a:t>
            </a:r>
            <a:endParaRPr lang="en-US"/>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3"/>
          <a:stretch>
            <a:fillRect/>
          </a:stretch>
        </p:blipFill>
        <p:spPr>
          <a:xfrm>
            <a:off x="173839" y="1687570"/>
            <a:ext cx="11842880" cy="4790183"/>
          </a:xfrm>
          <a:prstGeom prst="rect">
            <a:avLst/>
          </a:prstGeom>
        </p:spPr>
      </p:pic>
      <p:sp>
        <p:nvSpPr>
          <p:cNvPr id="6" name="Rectangle 5">
            <a:extLst>
              <a:ext uri="{FF2B5EF4-FFF2-40B4-BE49-F238E27FC236}">
                <a16:creationId xmlns:a16="http://schemas.microsoft.com/office/drawing/2014/main" id="{A6B71509-A937-8053-A2A8-076C2F707624}"/>
              </a:ext>
            </a:extLst>
          </p:cNvPr>
          <p:cNvSpPr/>
          <p:nvPr/>
        </p:nvSpPr>
        <p:spPr>
          <a:xfrm>
            <a:off x="516396" y="5195454"/>
            <a:ext cx="1234313" cy="128469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2546881"/>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a:xfrm>
            <a:off x="838200" y="365125"/>
            <a:ext cx="10673750" cy="1339940"/>
          </a:xfrm>
        </p:spPr>
        <p:txBody>
          <a:bodyPr>
            <a:normAutofit/>
          </a:bodyPr>
          <a:lstStyle/>
          <a:p>
            <a:r>
              <a:rPr lang="en-US" dirty="0">
                <a:cs typeface="Calibri Light"/>
              </a:rPr>
              <a:t>Features may be extracted (e.g. using a CNN) or </a:t>
            </a:r>
            <a:r>
              <a:rPr lang="en-US">
                <a:cs typeface="Calibri Light"/>
              </a:rPr>
              <a:t>surface features (tested in our experiment)</a:t>
            </a:r>
            <a:endParaRPr lang="en-US" dirty="0"/>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3"/>
          <a:stretch>
            <a:fillRect/>
          </a:stretch>
        </p:blipFill>
        <p:spPr>
          <a:xfrm>
            <a:off x="173839" y="1687570"/>
            <a:ext cx="11842880" cy="4790183"/>
          </a:xfrm>
          <a:prstGeom prst="rect">
            <a:avLst/>
          </a:prstGeom>
        </p:spPr>
      </p:pic>
      <p:sp>
        <p:nvSpPr>
          <p:cNvPr id="3" name="Rectangle 2">
            <a:extLst>
              <a:ext uri="{FF2B5EF4-FFF2-40B4-BE49-F238E27FC236}">
                <a16:creationId xmlns:a16="http://schemas.microsoft.com/office/drawing/2014/main" id="{21A35AA4-C8C3-73C5-E372-76FFF6C1C3FA}"/>
              </a:ext>
            </a:extLst>
          </p:cNvPr>
          <p:cNvSpPr/>
          <p:nvPr/>
        </p:nvSpPr>
        <p:spPr>
          <a:xfrm>
            <a:off x="2059288" y="2607172"/>
            <a:ext cx="1775900" cy="100760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2449655-445C-8B19-7A39-C890DB1A3E53}"/>
              </a:ext>
            </a:extLst>
          </p:cNvPr>
          <p:cNvSpPr/>
          <p:nvPr/>
        </p:nvSpPr>
        <p:spPr>
          <a:xfrm>
            <a:off x="2160047" y="5195452"/>
            <a:ext cx="1775900" cy="1007604"/>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548117"/>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cs typeface="Calibri Light"/>
              </a:rPr>
              <a:t>Feature distance for each feature of each case</a:t>
            </a:r>
            <a:br>
              <a:rPr lang="en-US">
                <a:cs typeface="Calibri Light"/>
              </a:rPr>
            </a:br>
            <a:endParaRPr lang="en-US"/>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87570"/>
            <a:ext cx="11842880" cy="4790183"/>
          </a:xfrm>
          <a:prstGeom prst="rect">
            <a:avLst/>
          </a:prstGeom>
        </p:spPr>
      </p:pic>
      <p:pic>
        <p:nvPicPr>
          <p:cNvPr id="7" name="Picture 6" descr="A black symbols on a white background&#10;&#10;Description automatically generated">
            <a:extLst>
              <a:ext uri="{FF2B5EF4-FFF2-40B4-BE49-F238E27FC236}">
                <a16:creationId xmlns:a16="http://schemas.microsoft.com/office/drawing/2014/main" id="{C7E96751-995F-259B-A5AA-1228CDBDCC47}"/>
              </a:ext>
            </a:extLst>
          </p:cNvPr>
          <p:cNvPicPr>
            <a:picLocks noChangeAspect="1"/>
          </p:cNvPicPr>
          <p:nvPr/>
        </p:nvPicPr>
        <p:blipFill>
          <a:blip r:embed="rId3"/>
          <a:stretch>
            <a:fillRect/>
          </a:stretch>
        </p:blipFill>
        <p:spPr>
          <a:xfrm>
            <a:off x="3952875" y="1026968"/>
            <a:ext cx="4286250" cy="647700"/>
          </a:xfrm>
          <a:prstGeom prst="rect">
            <a:avLst/>
          </a:prstGeom>
        </p:spPr>
      </p:pic>
      <p:sp>
        <p:nvSpPr>
          <p:cNvPr id="9" name="Rectangle 8">
            <a:extLst>
              <a:ext uri="{FF2B5EF4-FFF2-40B4-BE49-F238E27FC236}">
                <a16:creationId xmlns:a16="http://schemas.microsoft.com/office/drawing/2014/main" id="{0CEF92D0-DD1C-797C-2FF6-08B4633FAF3B}"/>
              </a:ext>
            </a:extLst>
          </p:cNvPr>
          <p:cNvSpPr/>
          <p:nvPr/>
        </p:nvSpPr>
        <p:spPr>
          <a:xfrm>
            <a:off x="4320097" y="2468626"/>
            <a:ext cx="2078180" cy="1120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058F24C-5E74-F8FC-0658-854E4880AE06}"/>
              </a:ext>
            </a:extLst>
          </p:cNvPr>
          <p:cNvSpPr/>
          <p:nvPr/>
        </p:nvSpPr>
        <p:spPr>
          <a:xfrm>
            <a:off x="4320096" y="3860377"/>
            <a:ext cx="2078180" cy="1120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61366B-DE3A-CC96-E57C-502C9E49D51A}"/>
              </a:ext>
            </a:extLst>
          </p:cNvPr>
          <p:cNvSpPr/>
          <p:nvPr/>
        </p:nvSpPr>
        <p:spPr>
          <a:xfrm>
            <a:off x="4320096" y="5277319"/>
            <a:ext cx="2078180" cy="1120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433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cs typeface="Calibri Light"/>
              </a:rPr>
              <a:t>Case activation calculated for each case</a:t>
            </a:r>
            <a:br>
              <a:rPr lang="en-US">
                <a:cs typeface="Calibri Light"/>
              </a:rPr>
            </a:br>
            <a:endParaRPr lang="en-US"/>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87570"/>
            <a:ext cx="11842880" cy="4790183"/>
          </a:xfrm>
          <a:prstGeom prst="rect">
            <a:avLst/>
          </a:prstGeom>
        </p:spPr>
      </p:pic>
      <p:pic>
        <p:nvPicPr>
          <p:cNvPr id="12" name="Picture 11" descr="A black emoticon with dots and a white background&#10;&#10;Description automatically generated">
            <a:extLst>
              <a:ext uri="{FF2B5EF4-FFF2-40B4-BE49-F238E27FC236}">
                <a16:creationId xmlns:a16="http://schemas.microsoft.com/office/drawing/2014/main" id="{A232DB32-3F46-FD6E-ABB2-72AF6B1FA26C}"/>
              </a:ext>
            </a:extLst>
          </p:cNvPr>
          <p:cNvPicPr>
            <a:picLocks noChangeAspect="1"/>
          </p:cNvPicPr>
          <p:nvPr/>
        </p:nvPicPr>
        <p:blipFill>
          <a:blip r:embed="rId3"/>
          <a:stretch>
            <a:fillRect/>
          </a:stretch>
        </p:blipFill>
        <p:spPr>
          <a:xfrm>
            <a:off x="1360264" y="1148423"/>
            <a:ext cx="9660396" cy="429979"/>
          </a:xfrm>
          <a:prstGeom prst="rect">
            <a:avLst/>
          </a:prstGeom>
        </p:spPr>
      </p:pic>
      <p:sp>
        <p:nvSpPr>
          <p:cNvPr id="13" name="Rectangle 12">
            <a:extLst>
              <a:ext uri="{FF2B5EF4-FFF2-40B4-BE49-F238E27FC236}">
                <a16:creationId xmlns:a16="http://schemas.microsoft.com/office/drawing/2014/main" id="{6202A5C1-183C-14B3-5194-317C324C9920}"/>
              </a:ext>
            </a:extLst>
          </p:cNvPr>
          <p:cNvSpPr/>
          <p:nvPr/>
        </p:nvSpPr>
        <p:spPr>
          <a:xfrm>
            <a:off x="6398278" y="3860377"/>
            <a:ext cx="2078180" cy="112095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5632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lstStyle/>
          <a:p>
            <a:r>
              <a:rPr lang="en-US">
                <a:cs typeface="Calibri Light"/>
              </a:rPr>
              <a:t>Optionally, select only the top k activated cases. All other activations set to 0.</a:t>
            </a:r>
            <a:endParaRPr lang="en-US"/>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3"/>
          <a:stretch>
            <a:fillRect/>
          </a:stretch>
        </p:blipFill>
        <p:spPr>
          <a:xfrm>
            <a:off x="173839" y="1687570"/>
            <a:ext cx="11842880" cy="4790183"/>
          </a:xfrm>
          <a:prstGeom prst="rect">
            <a:avLst/>
          </a:prstGeom>
        </p:spPr>
      </p:pic>
      <p:sp>
        <p:nvSpPr>
          <p:cNvPr id="3" name="Oval 2">
            <a:extLst>
              <a:ext uri="{FF2B5EF4-FFF2-40B4-BE49-F238E27FC236}">
                <a16:creationId xmlns:a16="http://schemas.microsoft.com/office/drawing/2014/main" id="{E4666099-5034-A9F6-DB6A-3EB3D3A19868}"/>
              </a:ext>
            </a:extLst>
          </p:cNvPr>
          <p:cNvSpPr/>
          <p:nvPr/>
        </p:nvSpPr>
        <p:spPr>
          <a:xfrm>
            <a:off x="8854314" y="3029107"/>
            <a:ext cx="957222" cy="2147453"/>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9618595"/>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normAutofit/>
          </a:bodyPr>
          <a:lstStyle/>
          <a:p>
            <a:r>
              <a:rPr lang="en-US" sz="3600" dirty="0">
                <a:cs typeface="Calibri Light"/>
              </a:rPr>
              <a:t>For classification, cases contribute to corresponding classes</a:t>
            </a:r>
            <a:endParaRPr lang="en-US" sz="3600">
              <a:ea typeface="Calibri Light"/>
              <a:cs typeface="Calibri Light"/>
            </a:endParaRPr>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87570"/>
            <a:ext cx="11842880" cy="4790183"/>
          </a:xfrm>
          <a:prstGeom prst="rect">
            <a:avLst/>
          </a:prstGeom>
        </p:spPr>
      </p:pic>
      <p:sp>
        <p:nvSpPr>
          <p:cNvPr id="5" name="Rectangle 4">
            <a:extLst>
              <a:ext uri="{FF2B5EF4-FFF2-40B4-BE49-F238E27FC236}">
                <a16:creationId xmlns:a16="http://schemas.microsoft.com/office/drawing/2014/main" id="{D1989F0F-BEF8-AF22-880F-623DAC0DE7F8}"/>
              </a:ext>
            </a:extLst>
          </p:cNvPr>
          <p:cNvSpPr/>
          <p:nvPr/>
        </p:nvSpPr>
        <p:spPr>
          <a:xfrm>
            <a:off x="9887104" y="2084477"/>
            <a:ext cx="1876659" cy="317394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text on a white background&#10;&#10;Description automatically generated">
            <a:extLst>
              <a:ext uri="{FF2B5EF4-FFF2-40B4-BE49-F238E27FC236}">
                <a16:creationId xmlns:a16="http://schemas.microsoft.com/office/drawing/2014/main" id="{5F039122-98FC-ABA1-AF86-798534CE0C80}"/>
              </a:ext>
            </a:extLst>
          </p:cNvPr>
          <p:cNvPicPr>
            <a:picLocks noChangeAspect="1"/>
          </p:cNvPicPr>
          <p:nvPr/>
        </p:nvPicPr>
        <p:blipFill>
          <a:blip r:embed="rId3"/>
          <a:stretch>
            <a:fillRect/>
          </a:stretch>
        </p:blipFill>
        <p:spPr>
          <a:xfrm>
            <a:off x="3545505" y="1131604"/>
            <a:ext cx="7808925" cy="463617"/>
          </a:xfrm>
          <a:prstGeom prst="rect">
            <a:avLst/>
          </a:prstGeom>
        </p:spPr>
      </p:pic>
    </p:spTree>
    <p:extLst>
      <p:ext uri="{BB962C8B-B14F-4D97-AF65-F5344CB8AC3E}">
        <p14:creationId xmlns:p14="http://schemas.microsoft.com/office/powerpoint/2010/main" val="1657267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03C7-9EDE-D859-5CA7-BF786516E74D}"/>
              </a:ext>
            </a:extLst>
          </p:cNvPr>
          <p:cNvSpPr>
            <a:spLocks noGrp="1"/>
          </p:cNvSpPr>
          <p:nvPr>
            <p:ph type="title"/>
          </p:nvPr>
        </p:nvSpPr>
        <p:spPr/>
        <p:txBody>
          <a:bodyPr>
            <a:normAutofit fontScale="90000"/>
          </a:bodyPr>
          <a:lstStyle/>
          <a:p>
            <a:r>
              <a:rPr lang="en-US" dirty="0">
                <a:cs typeface="Calibri Light"/>
              </a:rPr>
              <a:t>Adaptation. Here very simple, e.g. Choose highest activated classes </a:t>
            </a:r>
            <a:r>
              <a:rPr lang="en-US" sz="3600" dirty="0">
                <a:cs typeface="Calibri Light"/>
              </a:rPr>
              <a:t>(Note Power-interpretability tradeoff)</a:t>
            </a:r>
          </a:p>
        </p:txBody>
      </p:sp>
      <p:pic>
        <p:nvPicPr>
          <p:cNvPr id="4" name="Picture 3" descr="A diagram of a algorithm&#10;&#10;Description automatically generated">
            <a:extLst>
              <a:ext uri="{FF2B5EF4-FFF2-40B4-BE49-F238E27FC236}">
                <a16:creationId xmlns:a16="http://schemas.microsoft.com/office/drawing/2014/main" id="{96ED4E29-D246-3086-9DE2-60FAFD5B5D10}"/>
              </a:ext>
            </a:extLst>
          </p:cNvPr>
          <p:cNvPicPr>
            <a:picLocks noChangeAspect="1"/>
          </p:cNvPicPr>
          <p:nvPr/>
        </p:nvPicPr>
        <p:blipFill>
          <a:blip r:embed="rId2"/>
          <a:stretch>
            <a:fillRect/>
          </a:stretch>
        </p:blipFill>
        <p:spPr>
          <a:xfrm>
            <a:off x="173839" y="1687570"/>
            <a:ext cx="11842880" cy="4790183"/>
          </a:xfrm>
          <a:prstGeom prst="rect">
            <a:avLst/>
          </a:prstGeom>
        </p:spPr>
      </p:pic>
      <p:sp>
        <p:nvSpPr>
          <p:cNvPr id="5" name="Rectangle 4">
            <a:extLst>
              <a:ext uri="{FF2B5EF4-FFF2-40B4-BE49-F238E27FC236}">
                <a16:creationId xmlns:a16="http://schemas.microsoft.com/office/drawing/2014/main" id="{D1989F0F-BEF8-AF22-880F-623DAC0DE7F8}"/>
              </a:ext>
            </a:extLst>
          </p:cNvPr>
          <p:cNvSpPr/>
          <p:nvPr/>
        </p:nvSpPr>
        <p:spPr>
          <a:xfrm flipV="1">
            <a:off x="9937484" y="5258426"/>
            <a:ext cx="1826279" cy="134767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5668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9E2A-C676-49D3-EE9E-279067D522DE}"/>
              </a:ext>
            </a:extLst>
          </p:cNvPr>
          <p:cNvSpPr>
            <a:spLocks noGrp="1"/>
          </p:cNvSpPr>
          <p:nvPr>
            <p:ph type="title"/>
          </p:nvPr>
        </p:nvSpPr>
        <p:spPr/>
        <p:txBody>
          <a:bodyPr/>
          <a:lstStyle/>
          <a:p>
            <a:r>
              <a:rPr lang="en-US" dirty="0">
                <a:ea typeface="Calibri Light"/>
                <a:cs typeface="Calibri Light"/>
              </a:rPr>
              <a:t>NN-KNN also Supports Regression</a:t>
            </a:r>
            <a:endParaRPr lang="en-US" dirty="0"/>
          </a:p>
        </p:txBody>
      </p:sp>
      <p:sp>
        <p:nvSpPr>
          <p:cNvPr id="3" name="Content Placeholder 2">
            <a:extLst>
              <a:ext uri="{FF2B5EF4-FFF2-40B4-BE49-F238E27FC236}">
                <a16:creationId xmlns:a16="http://schemas.microsoft.com/office/drawing/2014/main" id="{E1B1F757-1663-8EF0-5103-30EE1C05A579}"/>
              </a:ext>
            </a:extLst>
          </p:cNvPr>
          <p:cNvSpPr>
            <a:spLocks noGrp="1"/>
          </p:cNvSpPr>
          <p:nvPr>
            <p:ph idx="1"/>
          </p:nvPr>
        </p:nvSpPr>
        <p:spPr/>
        <p:txBody>
          <a:bodyPr vert="horz" lIns="91440" tIns="45720" rIns="91440" bIns="45720" rtlCol="0" anchor="t">
            <a:normAutofit/>
          </a:bodyPr>
          <a:lstStyle/>
          <a:p>
            <a:r>
              <a:rPr lang="en-US" dirty="0">
                <a:ea typeface="Calibri" panose="020F0502020204030204"/>
                <a:cs typeface="Calibri" panose="020F0502020204030204"/>
              </a:rPr>
              <a:t>Same function for case activation net</a:t>
            </a:r>
          </a:p>
          <a:p>
            <a:r>
              <a:rPr lang="en-US" dirty="0">
                <a:ea typeface="+mn-lt"/>
                <a:cs typeface="+mn-lt"/>
              </a:rPr>
              <a:t>The target activation layer and adaptation layer are a single neuron. Its output </a:t>
            </a:r>
            <a:r>
              <a:rPr lang="en-US" i="1" dirty="0" err="1">
                <a:ea typeface="+mn-lt"/>
                <a:cs typeface="+mn-lt"/>
              </a:rPr>
              <a:t>num_prediction</a:t>
            </a:r>
            <a:r>
              <a:rPr lang="en-US" dirty="0">
                <a:ea typeface="+mn-lt"/>
                <a:cs typeface="+mn-lt"/>
              </a:rPr>
              <a:t> is the final prediction (a number).</a:t>
            </a:r>
          </a:p>
          <a:p>
            <a:r>
              <a:rPr lang="en-US" dirty="0">
                <a:ea typeface="+mn-lt"/>
                <a:cs typeface="+mn-lt"/>
              </a:rPr>
              <a:t>An example final layer is a weighted average of the activated cases' labels, where the weights are based on case activations.</a:t>
            </a:r>
          </a:p>
        </p:txBody>
      </p:sp>
      <p:pic>
        <p:nvPicPr>
          <p:cNvPr id="4" name="Picture 3">
            <a:extLst>
              <a:ext uri="{FF2B5EF4-FFF2-40B4-BE49-F238E27FC236}">
                <a16:creationId xmlns:a16="http://schemas.microsoft.com/office/drawing/2014/main" id="{B5F1C33F-1B45-CCCB-D484-82D512D97CAB}"/>
              </a:ext>
            </a:extLst>
          </p:cNvPr>
          <p:cNvPicPr>
            <a:picLocks noChangeAspect="1"/>
          </p:cNvPicPr>
          <p:nvPr/>
        </p:nvPicPr>
        <p:blipFill>
          <a:blip r:embed="rId3"/>
          <a:stretch>
            <a:fillRect/>
          </a:stretch>
        </p:blipFill>
        <p:spPr>
          <a:xfrm>
            <a:off x="1420813" y="4442675"/>
            <a:ext cx="9350375" cy="1416213"/>
          </a:xfrm>
          <a:prstGeom prst="rect">
            <a:avLst/>
          </a:prstGeom>
        </p:spPr>
      </p:pic>
    </p:spTree>
    <p:extLst>
      <p:ext uri="{BB962C8B-B14F-4D97-AF65-F5344CB8AC3E}">
        <p14:creationId xmlns:p14="http://schemas.microsoft.com/office/powerpoint/2010/main" val="2820553088"/>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6650-C42F-3914-D236-275CDFD17EB1}"/>
              </a:ext>
            </a:extLst>
          </p:cNvPr>
          <p:cNvSpPr>
            <a:spLocks noGrp="1"/>
          </p:cNvSpPr>
          <p:nvPr>
            <p:ph type="title"/>
          </p:nvPr>
        </p:nvSpPr>
        <p:spPr/>
        <p:txBody>
          <a:bodyPr/>
          <a:lstStyle/>
          <a:p>
            <a:r>
              <a:rPr lang="en-US">
                <a:ea typeface="Calibri Light"/>
                <a:cs typeface="Calibri Light"/>
              </a:rPr>
              <a:t>Intuitive Explanation </a:t>
            </a:r>
          </a:p>
        </p:txBody>
      </p:sp>
      <p:sp>
        <p:nvSpPr>
          <p:cNvPr id="3" name="Content Placeholder 2">
            <a:extLst>
              <a:ext uri="{FF2B5EF4-FFF2-40B4-BE49-F238E27FC236}">
                <a16:creationId xmlns:a16="http://schemas.microsoft.com/office/drawing/2014/main" id="{A6CBBF7C-0D01-AA6B-FF12-DF969E8ABBF3}"/>
              </a:ext>
            </a:extLst>
          </p:cNvPr>
          <p:cNvSpPr>
            <a:spLocks noGrp="1"/>
          </p:cNvSpPr>
          <p:nvPr>
            <p:ph idx="1"/>
          </p:nvPr>
        </p:nvSpPr>
        <p:spPr/>
        <p:txBody>
          <a:bodyPr vert="horz" lIns="91440" tIns="45720" rIns="91440" bIns="45720" rtlCol="0" anchor="t">
            <a:normAutofit/>
          </a:bodyPr>
          <a:lstStyle/>
          <a:p>
            <a:r>
              <a:rPr lang="en-US" dirty="0">
                <a:ea typeface="Calibri"/>
                <a:cs typeface="Calibri"/>
              </a:rPr>
              <a:t>NN-</a:t>
            </a:r>
            <a:r>
              <a:rPr lang="en-US" dirty="0" err="1">
                <a:ea typeface="Calibri"/>
                <a:cs typeface="Calibri"/>
              </a:rPr>
              <a:t>kNN</a:t>
            </a:r>
            <a:r>
              <a:rPr lang="en-US" dirty="0">
                <a:ea typeface="Calibri"/>
                <a:cs typeface="Calibri"/>
              </a:rPr>
              <a:t> is composed of:</a:t>
            </a:r>
          </a:p>
          <a:p>
            <a:pPr lvl="1">
              <a:buFont typeface="Courier New" panose="020B0604020202020204" pitchFamily="34" charset="0"/>
              <a:buChar char="o"/>
            </a:pPr>
            <a:r>
              <a:rPr lang="en-US" sz="2800" dirty="0">
                <a:ea typeface="Calibri"/>
                <a:cs typeface="Calibri"/>
              </a:rPr>
              <a:t>A layer that calculates feature distances</a:t>
            </a:r>
          </a:p>
          <a:p>
            <a:pPr lvl="1">
              <a:buFont typeface="Courier New" panose="020B0604020202020204" pitchFamily="34" charset="0"/>
              <a:buChar char="o"/>
            </a:pPr>
            <a:r>
              <a:rPr lang="en-US" sz="2800" dirty="0">
                <a:ea typeface="Calibri"/>
                <a:cs typeface="Calibri"/>
              </a:rPr>
              <a:t>A layer that calculates case activations using feature distances</a:t>
            </a:r>
          </a:p>
          <a:p>
            <a:pPr marL="914400" lvl="2" indent="0">
              <a:buNone/>
            </a:pPr>
            <a:r>
              <a:rPr lang="en-US" sz="2400" dirty="0">
                <a:ea typeface="Calibri"/>
                <a:cs typeface="Calibri"/>
              </a:rPr>
              <a:t>(case activation really is just the inverse of case distance)</a:t>
            </a:r>
          </a:p>
          <a:p>
            <a:pPr lvl="1">
              <a:buFont typeface="Courier New" panose="020B0604020202020204" pitchFamily="34" charset="0"/>
              <a:buChar char="o"/>
            </a:pPr>
            <a:r>
              <a:rPr lang="en-US" sz="2800" dirty="0">
                <a:ea typeface="Calibri"/>
                <a:cs typeface="Calibri"/>
              </a:rPr>
              <a:t>A layer that activates classes based on activated cases</a:t>
            </a:r>
          </a:p>
          <a:p>
            <a:pPr lvl="1">
              <a:buFont typeface="Courier New" panose="020B0604020202020204" pitchFamily="34" charset="0"/>
              <a:buChar char="o"/>
            </a:pPr>
            <a:r>
              <a:rPr lang="en-US" sz="2800" dirty="0">
                <a:ea typeface="Calibri"/>
                <a:cs typeface="Calibri"/>
              </a:rPr>
              <a:t>A final layer to summarize/adapt all classes</a:t>
            </a:r>
          </a:p>
          <a:p>
            <a:endParaRPr lang="en-US">
              <a:ea typeface="Calibri"/>
              <a:cs typeface="Calibri"/>
            </a:endParaRPr>
          </a:p>
          <a:p>
            <a:r>
              <a:rPr lang="en-US" dirty="0">
                <a:ea typeface="Calibri"/>
                <a:cs typeface="Calibri"/>
              </a:rPr>
              <a:t>The following slides illustrate how these can implement different kNN variants</a:t>
            </a:r>
          </a:p>
        </p:txBody>
      </p:sp>
    </p:spTree>
    <p:extLst>
      <p:ext uri="{BB962C8B-B14F-4D97-AF65-F5344CB8AC3E}">
        <p14:creationId xmlns:p14="http://schemas.microsoft.com/office/powerpoint/2010/main" val="1318958884"/>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7EF3-8BC4-EE17-93CD-955985D945AA}"/>
              </a:ext>
            </a:extLst>
          </p:cNvPr>
          <p:cNvSpPr>
            <a:spLocks noGrp="1"/>
          </p:cNvSpPr>
          <p:nvPr>
            <p:ph type="title"/>
          </p:nvPr>
        </p:nvSpPr>
        <p:spPr/>
        <p:txBody>
          <a:bodyPr>
            <a:normAutofit/>
          </a:bodyPr>
          <a:lstStyle/>
          <a:p>
            <a:r>
              <a:rPr lang="en-US" dirty="0">
                <a:ea typeface="Calibri Light"/>
                <a:cs typeface="Calibri Light"/>
              </a:rPr>
              <a:t>For a simple vanilla k-NN, </a:t>
            </a:r>
            <a:br>
              <a:rPr lang="en-US" dirty="0">
                <a:ea typeface="Calibri Light"/>
                <a:cs typeface="Calibri Light"/>
              </a:rPr>
            </a:br>
            <a:r>
              <a:rPr lang="en-US" dirty="0">
                <a:ea typeface="Calibri Light"/>
                <a:cs typeface="Calibri Light"/>
              </a:rPr>
              <a:t>choose unweighted f(), </a:t>
            </a:r>
            <a:r>
              <a:rPr lang="en-US" dirty="0">
                <a:solidFill>
                  <a:srgbClr val="000000"/>
                </a:solidFill>
                <a:ea typeface="+mj-lt"/>
                <a:cs typeface="+mj-lt"/>
              </a:rPr>
              <a:t>δ() and ca().</a:t>
            </a:r>
            <a:endParaRPr lang="en-US" dirty="0">
              <a:solidFill>
                <a:srgbClr val="000000"/>
              </a:solidFill>
              <a:ea typeface="Calibri Light"/>
              <a:cs typeface="Calibri Light"/>
            </a:endParaRPr>
          </a:p>
        </p:txBody>
      </p:sp>
      <p:pic>
        <p:nvPicPr>
          <p:cNvPr id="7" name="Picture 6" descr="A diagram of a algorithm&#10;&#10;Description automatically generated">
            <a:extLst>
              <a:ext uri="{FF2B5EF4-FFF2-40B4-BE49-F238E27FC236}">
                <a16:creationId xmlns:a16="http://schemas.microsoft.com/office/drawing/2014/main" id="{5AA04B9C-6921-821F-47C3-D0099DF9479D}"/>
              </a:ext>
            </a:extLst>
          </p:cNvPr>
          <p:cNvPicPr>
            <a:picLocks noChangeAspect="1"/>
          </p:cNvPicPr>
          <p:nvPr/>
        </p:nvPicPr>
        <p:blipFill>
          <a:blip r:embed="rId3"/>
          <a:stretch>
            <a:fillRect/>
          </a:stretch>
        </p:blipFill>
        <p:spPr>
          <a:xfrm>
            <a:off x="173839" y="1605703"/>
            <a:ext cx="11842880" cy="4790183"/>
          </a:xfrm>
          <a:prstGeom prst="rect">
            <a:avLst/>
          </a:prstGeom>
        </p:spPr>
      </p:pic>
    </p:spTree>
    <p:extLst>
      <p:ext uri="{BB962C8B-B14F-4D97-AF65-F5344CB8AC3E}">
        <p14:creationId xmlns:p14="http://schemas.microsoft.com/office/powerpoint/2010/main" val="254188169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7EF3-8BC4-EE17-93CD-955985D945AA}"/>
              </a:ext>
            </a:extLst>
          </p:cNvPr>
          <p:cNvSpPr>
            <a:spLocks noGrp="1"/>
          </p:cNvSpPr>
          <p:nvPr>
            <p:ph type="title"/>
          </p:nvPr>
        </p:nvSpPr>
        <p:spPr/>
        <p:txBody>
          <a:bodyPr>
            <a:normAutofit/>
          </a:bodyPr>
          <a:lstStyle/>
          <a:p>
            <a:r>
              <a:rPr lang="en-US" dirty="0">
                <a:ea typeface="Calibri Light"/>
                <a:cs typeface="Calibri Light"/>
              </a:rPr>
              <a:t>NN-</a:t>
            </a:r>
            <a:r>
              <a:rPr lang="en-US" dirty="0" err="1">
                <a:ea typeface="Calibri Light"/>
                <a:cs typeface="Calibri Light"/>
              </a:rPr>
              <a:t>kNN</a:t>
            </a:r>
            <a:r>
              <a:rPr lang="en-US" dirty="0">
                <a:ea typeface="Calibri Light"/>
                <a:cs typeface="Calibri Light"/>
              </a:rPr>
              <a:t> can provide feature weighting (local or global) and ...</a:t>
            </a:r>
          </a:p>
        </p:txBody>
      </p:sp>
      <p:pic>
        <p:nvPicPr>
          <p:cNvPr id="7" name="Picture 6" descr="A diagram of a algorithm&#10;&#10;Description automatically generated">
            <a:extLst>
              <a:ext uri="{FF2B5EF4-FFF2-40B4-BE49-F238E27FC236}">
                <a16:creationId xmlns:a16="http://schemas.microsoft.com/office/drawing/2014/main" id="{5AA04B9C-6921-821F-47C3-D0099DF9479D}"/>
              </a:ext>
            </a:extLst>
          </p:cNvPr>
          <p:cNvPicPr>
            <a:picLocks noChangeAspect="1"/>
          </p:cNvPicPr>
          <p:nvPr/>
        </p:nvPicPr>
        <p:blipFill>
          <a:blip r:embed="rId2"/>
          <a:stretch>
            <a:fillRect/>
          </a:stretch>
        </p:blipFill>
        <p:spPr>
          <a:xfrm>
            <a:off x="173839" y="1605703"/>
            <a:ext cx="11842880" cy="4790183"/>
          </a:xfrm>
          <a:prstGeom prst="rect">
            <a:avLst/>
          </a:prstGeom>
        </p:spPr>
      </p:pic>
      <p:sp>
        <p:nvSpPr>
          <p:cNvPr id="3" name="TextBox 2">
            <a:extLst>
              <a:ext uri="{FF2B5EF4-FFF2-40B4-BE49-F238E27FC236}">
                <a16:creationId xmlns:a16="http://schemas.microsoft.com/office/drawing/2014/main" id="{71A53FF7-5665-FF10-0A67-EDD4F9C53C02}"/>
              </a:ext>
            </a:extLst>
          </p:cNvPr>
          <p:cNvSpPr txBox="1"/>
          <p:nvPr/>
        </p:nvSpPr>
        <p:spPr>
          <a:xfrm>
            <a:off x="5378082" y="2342677"/>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x1</a:t>
            </a:r>
          </a:p>
        </p:txBody>
      </p:sp>
      <p:sp>
        <p:nvSpPr>
          <p:cNvPr id="4" name="TextBox 3">
            <a:extLst>
              <a:ext uri="{FF2B5EF4-FFF2-40B4-BE49-F238E27FC236}">
                <a16:creationId xmlns:a16="http://schemas.microsoft.com/office/drawing/2014/main" id="{9B461ECA-CC28-8D3B-B0C3-8FC96EA4709B}"/>
              </a:ext>
            </a:extLst>
          </p:cNvPr>
          <p:cNvSpPr txBox="1"/>
          <p:nvPr/>
        </p:nvSpPr>
        <p:spPr>
          <a:xfrm>
            <a:off x="5378081" y="3772213"/>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x2</a:t>
            </a:r>
          </a:p>
        </p:txBody>
      </p:sp>
      <p:sp>
        <p:nvSpPr>
          <p:cNvPr id="5" name="TextBox 4">
            <a:extLst>
              <a:ext uri="{FF2B5EF4-FFF2-40B4-BE49-F238E27FC236}">
                <a16:creationId xmlns:a16="http://schemas.microsoft.com/office/drawing/2014/main" id="{A3580A8E-F954-4B6D-32AD-584241E26576}"/>
              </a:ext>
            </a:extLst>
          </p:cNvPr>
          <p:cNvSpPr txBox="1"/>
          <p:nvPr/>
        </p:nvSpPr>
        <p:spPr>
          <a:xfrm>
            <a:off x="5378081" y="5201750"/>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x3</a:t>
            </a:r>
          </a:p>
        </p:txBody>
      </p:sp>
    </p:spTree>
    <p:extLst>
      <p:ext uri="{BB962C8B-B14F-4D97-AF65-F5344CB8AC3E}">
        <p14:creationId xmlns:p14="http://schemas.microsoft.com/office/powerpoint/2010/main" val="3881168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7EF3-8BC4-EE17-93CD-955985D945AA}"/>
              </a:ext>
            </a:extLst>
          </p:cNvPr>
          <p:cNvSpPr>
            <a:spLocks noGrp="1"/>
          </p:cNvSpPr>
          <p:nvPr>
            <p:ph type="title"/>
          </p:nvPr>
        </p:nvSpPr>
        <p:spPr/>
        <p:txBody>
          <a:bodyPr>
            <a:normAutofit/>
          </a:bodyPr>
          <a:lstStyle/>
          <a:p>
            <a:r>
              <a:rPr lang="en-US" dirty="0">
                <a:ea typeface="Calibri Light"/>
                <a:cs typeface="Calibri Light"/>
              </a:rPr>
              <a:t>… case weighting, …</a:t>
            </a:r>
            <a:br>
              <a:rPr lang="en-US" dirty="0">
                <a:ea typeface="Calibri Light"/>
                <a:cs typeface="Calibri Light"/>
              </a:rPr>
            </a:br>
            <a:endParaRPr lang="en-US">
              <a:ea typeface="Calibri Light"/>
              <a:cs typeface="Calibri Light"/>
            </a:endParaRPr>
          </a:p>
        </p:txBody>
      </p:sp>
      <p:pic>
        <p:nvPicPr>
          <p:cNvPr id="7" name="Picture 6" descr="A diagram of a algorithm&#10;&#10;Description automatically generated">
            <a:extLst>
              <a:ext uri="{FF2B5EF4-FFF2-40B4-BE49-F238E27FC236}">
                <a16:creationId xmlns:a16="http://schemas.microsoft.com/office/drawing/2014/main" id="{5AA04B9C-6921-821F-47C3-D0099DF9479D}"/>
              </a:ext>
            </a:extLst>
          </p:cNvPr>
          <p:cNvPicPr>
            <a:picLocks noChangeAspect="1"/>
          </p:cNvPicPr>
          <p:nvPr/>
        </p:nvPicPr>
        <p:blipFill>
          <a:blip r:embed="rId2"/>
          <a:stretch>
            <a:fillRect/>
          </a:stretch>
        </p:blipFill>
        <p:spPr>
          <a:xfrm>
            <a:off x="173839" y="1605703"/>
            <a:ext cx="11842880" cy="4790183"/>
          </a:xfrm>
          <a:prstGeom prst="rect">
            <a:avLst/>
          </a:prstGeom>
        </p:spPr>
      </p:pic>
      <p:sp>
        <p:nvSpPr>
          <p:cNvPr id="3" name="TextBox 2">
            <a:extLst>
              <a:ext uri="{FF2B5EF4-FFF2-40B4-BE49-F238E27FC236}">
                <a16:creationId xmlns:a16="http://schemas.microsoft.com/office/drawing/2014/main" id="{71A53FF7-5665-FF10-0A67-EDD4F9C53C02}"/>
              </a:ext>
            </a:extLst>
          </p:cNvPr>
          <p:cNvSpPr txBox="1"/>
          <p:nvPr/>
        </p:nvSpPr>
        <p:spPr>
          <a:xfrm>
            <a:off x="5378082" y="2342677"/>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x1</a:t>
            </a:r>
          </a:p>
        </p:txBody>
      </p:sp>
      <p:sp>
        <p:nvSpPr>
          <p:cNvPr id="4" name="TextBox 3">
            <a:extLst>
              <a:ext uri="{FF2B5EF4-FFF2-40B4-BE49-F238E27FC236}">
                <a16:creationId xmlns:a16="http://schemas.microsoft.com/office/drawing/2014/main" id="{9B461ECA-CC28-8D3B-B0C3-8FC96EA4709B}"/>
              </a:ext>
            </a:extLst>
          </p:cNvPr>
          <p:cNvSpPr txBox="1"/>
          <p:nvPr/>
        </p:nvSpPr>
        <p:spPr>
          <a:xfrm>
            <a:off x="5378081" y="3772213"/>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x2</a:t>
            </a:r>
          </a:p>
        </p:txBody>
      </p:sp>
      <p:sp>
        <p:nvSpPr>
          <p:cNvPr id="5" name="TextBox 4">
            <a:extLst>
              <a:ext uri="{FF2B5EF4-FFF2-40B4-BE49-F238E27FC236}">
                <a16:creationId xmlns:a16="http://schemas.microsoft.com/office/drawing/2014/main" id="{A3580A8E-F954-4B6D-32AD-584241E26576}"/>
              </a:ext>
            </a:extLst>
          </p:cNvPr>
          <p:cNvSpPr txBox="1"/>
          <p:nvPr/>
        </p:nvSpPr>
        <p:spPr>
          <a:xfrm>
            <a:off x="5378081" y="5201750"/>
            <a:ext cx="7153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solidFill>
                  <a:schemeClr val="accent2">
                    <a:lumMod val="75000"/>
                  </a:schemeClr>
                </a:solidFill>
                <a:ea typeface="Calibri"/>
                <a:cs typeface="Calibri"/>
              </a:rPr>
              <a:t>w</a:t>
            </a:r>
            <a:r>
              <a:rPr lang="en-US" sz="1400">
                <a:solidFill>
                  <a:schemeClr val="accent2">
                    <a:lumMod val="75000"/>
                  </a:schemeClr>
                </a:solidFill>
                <a:ea typeface="Calibri"/>
                <a:cs typeface="Calibri"/>
              </a:rPr>
              <a:t>x3</a:t>
            </a:r>
          </a:p>
        </p:txBody>
      </p:sp>
      <p:pic>
        <p:nvPicPr>
          <p:cNvPr id="8" name="Picture 7" descr="A black emoticon with dots and a white background&#10;&#10;Description automatically generated">
            <a:extLst>
              <a:ext uri="{FF2B5EF4-FFF2-40B4-BE49-F238E27FC236}">
                <a16:creationId xmlns:a16="http://schemas.microsoft.com/office/drawing/2014/main" id="{28D9C8C2-F7B1-A494-85EE-8D1CFFBC3E2C}"/>
              </a:ext>
            </a:extLst>
          </p:cNvPr>
          <p:cNvPicPr>
            <a:picLocks noChangeAspect="1"/>
          </p:cNvPicPr>
          <p:nvPr/>
        </p:nvPicPr>
        <p:blipFill>
          <a:blip r:embed="rId3"/>
          <a:stretch>
            <a:fillRect/>
          </a:stretch>
        </p:blipFill>
        <p:spPr>
          <a:xfrm>
            <a:off x="1360264" y="1148423"/>
            <a:ext cx="9660396" cy="429979"/>
          </a:xfrm>
          <a:prstGeom prst="rect">
            <a:avLst/>
          </a:prstGeom>
        </p:spPr>
      </p:pic>
      <p:sp>
        <p:nvSpPr>
          <p:cNvPr id="9" name="Oval 8">
            <a:extLst>
              <a:ext uri="{FF2B5EF4-FFF2-40B4-BE49-F238E27FC236}">
                <a16:creationId xmlns:a16="http://schemas.microsoft.com/office/drawing/2014/main" id="{F7733246-E7B9-DADB-8073-FA2F0D608044}"/>
              </a:ext>
            </a:extLst>
          </p:cNvPr>
          <p:cNvSpPr/>
          <p:nvPr/>
        </p:nvSpPr>
        <p:spPr>
          <a:xfrm>
            <a:off x="10151603" y="1026495"/>
            <a:ext cx="755702" cy="74310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476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46938-A26D-FE77-BACD-AEDC1EF998DC}"/>
              </a:ext>
            </a:extLst>
          </p:cNvPr>
          <p:cNvSpPr>
            <a:spLocks noGrp="1"/>
          </p:cNvSpPr>
          <p:nvPr>
            <p:ph type="title"/>
          </p:nvPr>
        </p:nvSpPr>
        <p:spPr/>
        <p:txBody>
          <a:bodyPr/>
          <a:lstStyle/>
          <a:p>
            <a:r>
              <a:rPr lang="en-US">
                <a:ea typeface="Calibri Light"/>
                <a:cs typeface="Calibri Light"/>
              </a:rPr>
              <a:t>… </a:t>
            </a:r>
            <a:r>
              <a:rPr lang="en-US" sz="4000">
                <a:ea typeface="+mj-lt"/>
                <a:cs typeface="+mj-lt"/>
              </a:rPr>
              <a:t>and more</a:t>
            </a:r>
            <a:endParaRPr lang="en-US">
              <a:ea typeface="Calibri Light"/>
              <a:cs typeface="Calibri Light"/>
            </a:endParaRPr>
          </a:p>
        </p:txBody>
      </p:sp>
      <p:sp>
        <p:nvSpPr>
          <p:cNvPr id="3" name="Content Placeholder 2">
            <a:extLst>
              <a:ext uri="{FF2B5EF4-FFF2-40B4-BE49-F238E27FC236}">
                <a16:creationId xmlns:a16="http://schemas.microsoft.com/office/drawing/2014/main" id="{B351E047-98EA-8F92-41DE-39FE3821AAE9}"/>
              </a:ext>
            </a:extLst>
          </p:cNvPr>
          <p:cNvSpPr>
            <a:spLocks noGrp="1"/>
          </p:cNvSpPr>
          <p:nvPr>
            <p:ph idx="1"/>
          </p:nvPr>
        </p:nvSpPr>
        <p:spPr/>
        <p:txBody>
          <a:bodyPr vert="horz" lIns="91440" tIns="45720" rIns="91440" bIns="45720" rtlCol="0" anchor="t">
            <a:normAutofit/>
          </a:bodyPr>
          <a:lstStyle/>
          <a:p>
            <a:r>
              <a:rPr lang="en-US" dirty="0">
                <a:ea typeface="Calibri"/>
                <a:cs typeface="Calibri"/>
              </a:rPr>
              <a:t>User chooses the feature distance function, case activation function, target activation function, or adaptation function</a:t>
            </a:r>
          </a:p>
          <a:p>
            <a:r>
              <a:rPr lang="en-US" dirty="0">
                <a:ea typeface="Calibri"/>
                <a:cs typeface="Calibri"/>
              </a:rPr>
              <a:t>User chooses the weighting to be local/global. A weighting can be a numeric parameter, or even a function of the query</a:t>
            </a:r>
          </a:p>
          <a:p>
            <a:r>
              <a:rPr lang="en-US" dirty="0">
                <a:ea typeface="Calibri"/>
                <a:cs typeface="Calibri"/>
              </a:rPr>
              <a:t>The only requirement:   That these are trainable with backpropagation.</a:t>
            </a:r>
          </a:p>
          <a:p>
            <a:r>
              <a:rPr lang="en-US" dirty="0">
                <a:ea typeface="Calibri"/>
                <a:cs typeface="Calibri"/>
              </a:rPr>
              <a:t>This freedom is a benefit inherited from using the NN implementation</a:t>
            </a:r>
          </a:p>
          <a:p>
            <a:endParaRPr lang="en-US">
              <a:ea typeface="Calibri"/>
              <a:cs typeface="Calibri"/>
            </a:endParaRPr>
          </a:p>
        </p:txBody>
      </p:sp>
    </p:spTree>
    <p:extLst>
      <p:ext uri="{BB962C8B-B14F-4D97-AF65-F5344CB8AC3E}">
        <p14:creationId xmlns:p14="http://schemas.microsoft.com/office/powerpoint/2010/main" val="1716170550"/>
      </p:ext>
    </p:extLst>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EA91-2B09-2F0E-0B96-B4DB801CF002}"/>
              </a:ext>
            </a:extLst>
          </p:cNvPr>
          <p:cNvSpPr>
            <a:spLocks noGrp="1"/>
          </p:cNvSpPr>
          <p:nvPr>
            <p:ph type="title"/>
          </p:nvPr>
        </p:nvSpPr>
        <p:spPr/>
        <p:txBody>
          <a:bodyPr/>
          <a:lstStyle/>
          <a:p>
            <a:r>
              <a:rPr lang="en-US">
                <a:cs typeface="Calibri Light"/>
              </a:rPr>
              <a:t>Summary of NN-</a:t>
            </a:r>
            <a:r>
              <a:rPr lang="en-US" err="1">
                <a:cs typeface="Calibri Light"/>
              </a:rPr>
              <a:t>kNN</a:t>
            </a:r>
            <a:endParaRPr lang="en-US" err="1"/>
          </a:p>
        </p:txBody>
      </p:sp>
      <p:sp>
        <p:nvSpPr>
          <p:cNvPr id="3" name="Content Placeholder 2">
            <a:extLst>
              <a:ext uri="{FF2B5EF4-FFF2-40B4-BE49-F238E27FC236}">
                <a16:creationId xmlns:a16="http://schemas.microsoft.com/office/drawing/2014/main" id="{2B8BFA15-5D0A-4F09-2F9C-7678D7856C7C}"/>
              </a:ext>
            </a:extLst>
          </p:cNvPr>
          <p:cNvSpPr>
            <a:spLocks noGrp="1"/>
          </p:cNvSpPr>
          <p:nvPr>
            <p:ph idx="1"/>
          </p:nvPr>
        </p:nvSpPr>
        <p:spPr/>
        <p:txBody>
          <a:bodyPr vert="horz" lIns="91440" tIns="45720" rIns="91440" bIns="45720" rtlCol="0" anchor="t">
            <a:normAutofit/>
          </a:bodyPr>
          <a:lstStyle/>
          <a:p>
            <a:r>
              <a:rPr lang="en-US" dirty="0">
                <a:ea typeface="Calibri"/>
                <a:cs typeface="Calibri"/>
              </a:rPr>
              <a:t>NN-</a:t>
            </a:r>
            <a:r>
              <a:rPr lang="en-US" dirty="0" err="1">
                <a:ea typeface="Calibri"/>
                <a:cs typeface="Calibri"/>
              </a:rPr>
              <a:t>kNN</a:t>
            </a:r>
            <a:r>
              <a:rPr lang="en-US" dirty="0">
                <a:ea typeface="Calibri"/>
                <a:cs typeface="Calibri"/>
              </a:rPr>
              <a:t> implements a generalized k-NN. It has:</a:t>
            </a:r>
          </a:p>
          <a:p>
            <a:r>
              <a:rPr lang="en-US" dirty="0">
                <a:ea typeface="Calibri"/>
                <a:cs typeface="Calibri"/>
              </a:rPr>
              <a:t>Local/global weighting</a:t>
            </a:r>
          </a:p>
          <a:p>
            <a:r>
              <a:rPr lang="en-US" dirty="0">
                <a:ea typeface="Calibri"/>
                <a:cs typeface="Calibri"/>
              </a:rPr>
              <a:t>Feature weighting</a:t>
            </a:r>
          </a:p>
          <a:p>
            <a:r>
              <a:rPr lang="en-US" dirty="0">
                <a:ea typeface="Calibri"/>
                <a:cs typeface="Calibri"/>
              </a:rPr>
              <a:t>Case weighting</a:t>
            </a:r>
          </a:p>
          <a:p>
            <a:r>
              <a:rPr lang="en-US" dirty="0">
                <a:ea typeface="Calibri"/>
                <a:cs typeface="Calibri"/>
              </a:rPr>
              <a:t>User may disable any of the above, by setting the corresponding parameters to a fixed constant value. </a:t>
            </a:r>
          </a:p>
          <a:p>
            <a:r>
              <a:rPr lang="en-US" dirty="0">
                <a:ea typeface="Calibri"/>
                <a:cs typeface="Calibri"/>
              </a:rPr>
              <a:t>User may also chain additional modules for different purposes, E.g. adding a feature extraction module at the front, or modifying the target/adaptation layer at the end for a special adaptation rule.</a:t>
            </a:r>
          </a:p>
        </p:txBody>
      </p:sp>
    </p:spTree>
    <p:extLst>
      <p:ext uri="{BB962C8B-B14F-4D97-AF65-F5344CB8AC3E}">
        <p14:creationId xmlns:p14="http://schemas.microsoft.com/office/powerpoint/2010/main" val="1629162292"/>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1E81E-3FC1-A982-9858-4FA9F14C25EF}"/>
              </a:ext>
            </a:extLst>
          </p:cNvPr>
          <p:cNvSpPr>
            <a:spLocks noGrp="1"/>
          </p:cNvSpPr>
          <p:nvPr>
            <p:ph type="title"/>
          </p:nvPr>
        </p:nvSpPr>
        <p:spPr/>
        <p:txBody>
          <a:bodyPr/>
          <a:lstStyle/>
          <a:p>
            <a:r>
              <a:rPr lang="en-US">
                <a:cs typeface="Calibri Light"/>
              </a:rPr>
              <a:t>Benefits of NN-kNN</a:t>
            </a:r>
            <a:endParaRPr lang="en-US"/>
          </a:p>
        </p:txBody>
      </p:sp>
      <p:sp>
        <p:nvSpPr>
          <p:cNvPr id="3" name="Content Placeholder 2">
            <a:extLst>
              <a:ext uri="{FF2B5EF4-FFF2-40B4-BE49-F238E27FC236}">
                <a16:creationId xmlns:a16="http://schemas.microsoft.com/office/drawing/2014/main" id="{509E713F-3104-7E12-62AB-41D35B56FA5F}"/>
              </a:ext>
            </a:extLst>
          </p:cNvPr>
          <p:cNvSpPr>
            <a:spLocks noGrp="1"/>
          </p:cNvSpPr>
          <p:nvPr>
            <p:ph idx="1"/>
          </p:nvPr>
        </p:nvSpPr>
        <p:spPr/>
        <p:txBody>
          <a:bodyPr vert="horz" lIns="91440" tIns="45720" rIns="91440" bIns="45720" rtlCol="0" anchor="t">
            <a:normAutofit/>
          </a:bodyPr>
          <a:lstStyle/>
          <a:p>
            <a:r>
              <a:rPr lang="en-US" dirty="0">
                <a:cs typeface="Calibri"/>
              </a:rPr>
              <a:t>Fully </a:t>
            </a:r>
            <a:r>
              <a:rPr lang="en-US" dirty="0" err="1">
                <a:cs typeface="Calibri"/>
              </a:rPr>
              <a:t>intrepretable</a:t>
            </a:r>
            <a:r>
              <a:rPr lang="en-US" dirty="0">
                <a:cs typeface="Calibri"/>
              </a:rPr>
              <a:t> as a k-NN: Can show similar features and highly </a:t>
            </a:r>
            <a:r>
              <a:rPr lang="en-US" dirty="0">
                <a:ea typeface="+mn-lt"/>
                <a:cs typeface="+mn-lt"/>
              </a:rPr>
              <a:t>activated </a:t>
            </a:r>
            <a:r>
              <a:rPr lang="en-US" dirty="0">
                <a:cs typeface="Calibri"/>
              </a:rPr>
              <a:t>cases. </a:t>
            </a:r>
          </a:p>
          <a:p>
            <a:r>
              <a:rPr lang="en-US" dirty="0">
                <a:cs typeface="Calibri"/>
              </a:rPr>
              <a:t>Powerful like a normal NN: NN-</a:t>
            </a:r>
            <a:r>
              <a:rPr lang="en-US" dirty="0" err="1">
                <a:cs typeface="Calibri"/>
              </a:rPr>
              <a:t>kNN</a:t>
            </a:r>
            <a:r>
              <a:rPr lang="en-US" dirty="0">
                <a:cs typeface="Calibri"/>
              </a:rPr>
              <a:t> is trained to minimize a loss using back propagation.</a:t>
            </a:r>
            <a:endParaRPr lang="en-US" dirty="0">
              <a:ea typeface="Calibri"/>
              <a:cs typeface="Calibri"/>
            </a:endParaRPr>
          </a:p>
          <a:p>
            <a:r>
              <a:rPr lang="en-US" dirty="0">
                <a:cs typeface="Calibri"/>
              </a:rPr>
              <a:t>Harmonizes different components of CBR. We can train feature weighting and case weighting together; We can also train retrieval and adaptation together.</a:t>
            </a:r>
            <a:endParaRPr lang="en-US" dirty="0">
              <a:ea typeface="Calibri"/>
              <a:cs typeface="Calibri"/>
            </a:endParaRPr>
          </a:p>
          <a:p>
            <a:endParaRPr lang="en-US">
              <a:cs typeface="Calibri"/>
            </a:endParaRPr>
          </a:p>
        </p:txBody>
      </p:sp>
    </p:spTree>
    <p:extLst>
      <p:ext uri="{BB962C8B-B14F-4D97-AF65-F5344CB8AC3E}">
        <p14:creationId xmlns:p14="http://schemas.microsoft.com/office/powerpoint/2010/main" val="4176753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4E204-4E28-0890-9CC7-FB66FB4A44C3}"/>
              </a:ext>
            </a:extLst>
          </p:cNvPr>
          <p:cNvSpPr>
            <a:spLocks noGrp="1"/>
          </p:cNvSpPr>
          <p:nvPr>
            <p:ph type="title"/>
          </p:nvPr>
        </p:nvSpPr>
        <p:spPr/>
        <p:txBody>
          <a:bodyPr/>
          <a:lstStyle/>
          <a:p>
            <a:r>
              <a:rPr lang="en-US" dirty="0">
                <a:ea typeface="Calibri Light"/>
                <a:cs typeface="Calibri Light"/>
              </a:rPr>
              <a:t>Evaluation</a:t>
            </a:r>
            <a:endParaRPr lang="en-US" dirty="0"/>
          </a:p>
        </p:txBody>
      </p:sp>
      <p:sp>
        <p:nvSpPr>
          <p:cNvPr id="3" name="Content Placeholder 2">
            <a:extLst>
              <a:ext uri="{FF2B5EF4-FFF2-40B4-BE49-F238E27FC236}">
                <a16:creationId xmlns:a16="http://schemas.microsoft.com/office/drawing/2014/main" id="{A47F5751-E033-2125-9C02-9D68CD56B587}"/>
              </a:ext>
            </a:extLst>
          </p:cNvPr>
          <p:cNvSpPr>
            <a:spLocks noGrp="1"/>
          </p:cNvSpPr>
          <p:nvPr>
            <p:ph idx="1"/>
          </p:nvPr>
        </p:nvSpPr>
        <p:spPr/>
        <p:txBody>
          <a:bodyPr vert="horz" lIns="91440" tIns="45720" rIns="91440" bIns="45720" rtlCol="0" anchor="t">
            <a:normAutofit/>
          </a:bodyPr>
          <a:lstStyle/>
          <a:p>
            <a:r>
              <a:rPr lang="en-US" dirty="0">
                <a:ea typeface="+mn-lt"/>
                <a:cs typeface="+mn-lt"/>
              </a:rPr>
              <a:t>Does NN-</a:t>
            </a:r>
            <a:r>
              <a:rPr lang="en-US" dirty="0" err="1">
                <a:ea typeface="+mn-lt"/>
                <a:cs typeface="+mn-lt"/>
              </a:rPr>
              <a:t>kNN</a:t>
            </a:r>
            <a:r>
              <a:rPr lang="en-US" dirty="0">
                <a:ea typeface="+mn-lt"/>
                <a:cs typeface="+mn-lt"/>
              </a:rPr>
              <a:t> provide accuracy comparable to other models? Specifically, we want to compare it with a standard NN, and a k-NN using state-of-the-art metric learning algorithm.</a:t>
            </a:r>
          </a:p>
          <a:p>
            <a:r>
              <a:rPr lang="en-US" dirty="0">
                <a:ea typeface="+mn-lt"/>
                <a:cs typeface="+mn-lt"/>
              </a:rPr>
              <a:t>Are the cases activated by NN-</a:t>
            </a:r>
            <a:r>
              <a:rPr lang="en-US" dirty="0" err="1">
                <a:ea typeface="+mn-lt"/>
                <a:cs typeface="+mn-lt"/>
              </a:rPr>
              <a:t>kNN</a:t>
            </a:r>
            <a:r>
              <a:rPr lang="en-US" dirty="0">
                <a:ea typeface="+mn-lt"/>
                <a:cs typeface="+mn-lt"/>
              </a:rPr>
              <a:t> good explanations for the model’s final decision? Potentially, NN-</a:t>
            </a:r>
            <a:r>
              <a:rPr lang="en-US" dirty="0" err="1">
                <a:ea typeface="+mn-lt"/>
                <a:cs typeface="+mn-lt"/>
              </a:rPr>
              <a:t>kNN</a:t>
            </a:r>
            <a:r>
              <a:rPr lang="en-US" dirty="0">
                <a:ea typeface="+mn-lt"/>
                <a:cs typeface="+mn-lt"/>
              </a:rPr>
              <a:t> as a neural network could make correct predictions for the wrong reasons</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880561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89CD6-15C2-12D1-05AE-23B60F464858}"/>
              </a:ext>
            </a:extLst>
          </p:cNvPr>
          <p:cNvSpPr>
            <a:spLocks noGrp="1"/>
          </p:cNvSpPr>
          <p:nvPr>
            <p:ph type="title"/>
          </p:nvPr>
        </p:nvSpPr>
        <p:spPr>
          <a:xfrm>
            <a:off x="793662" y="386930"/>
            <a:ext cx="10066122" cy="1298448"/>
          </a:xfrm>
        </p:spPr>
        <p:txBody>
          <a:bodyPr anchor="b">
            <a:normAutofit/>
          </a:bodyPr>
          <a:lstStyle/>
          <a:p>
            <a:r>
              <a:rPr lang="en-US" sz="4800">
                <a:cs typeface="Calibri Light"/>
              </a:rPr>
              <a:t>Evaluation</a:t>
            </a:r>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BF38D7-0601-861D-DEAE-8AE173ECAD26}"/>
              </a:ext>
            </a:extLst>
          </p:cNvPr>
          <p:cNvSpPr>
            <a:spLocks noGrp="1"/>
          </p:cNvSpPr>
          <p:nvPr>
            <p:ph idx="1"/>
          </p:nvPr>
        </p:nvSpPr>
        <p:spPr>
          <a:xfrm>
            <a:off x="793661" y="2643854"/>
            <a:ext cx="10023648" cy="3595105"/>
          </a:xfrm>
        </p:spPr>
        <p:txBody>
          <a:bodyPr vert="horz" lIns="91440" tIns="45720" rIns="91440" bIns="45720" rtlCol="0" anchor="ctr">
            <a:noAutofit/>
          </a:bodyPr>
          <a:lstStyle/>
          <a:p>
            <a:pPr marL="0" indent="0">
              <a:buNone/>
            </a:pPr>
            <a:endParaRPr lang="en-US" dirty="0">
              <a:ea typeface="Calibri"/>
              <a:cs typeface="Calibri"/>
            </a:endParaRPr>
          </a:p>
          <a:p>
            <a:r>
              <a:rPr lang="en-US" dirty="0">
                <a:cs typeface="Calibri"/>
              </a:rPr>
              <a:t>Compared NN-</a:t>
            </a:r>
            <a:r>
              <a:rPr lang="en-US" dirty="0" err="1">
                <a:cs typeface="Calibri"/>
              </a:rPr>
              <a:t>kNN</a:t>
            </a:r>
            <a:r>
              <a:rPr lang="en-US" dirty="0">
                <a:cs typeface="Calibri"/>
              </a:rPr>
              <a:t> to a vanilla k-NN, </a:t>
            </a:r>
            <a:r>
              <a:rPr lang="en-US" dirty="0">
                <a:ea typeface="+mn-lt"/>
                <a:cs typeface="+mn-lt"/>
              </a:rPr>
              <a:t>Neighborhood Components Analysis (NCA) and Large Margin Nearest Neighbor (LMNN). NCA and LMNN can be considered as state-of-the-art k-NN methods.</a:t>
            </a:r>
          </a:p>
          <a:p>
            <a:r>
              <a:rPr lang="en-US" dirty="0">
                <a:cs typeface="Calibri"/>
              </a:rPr>
              <a:t>Also compared to a neural net of similar complexity.</a:t>
            </a:r>
          </a:p>
          <a:p>
            <a:r>
              <a:rPr lang="en-US" dirty="0">
                <a:ea typeface="Calibri" panose="020F0502020204030204"/>
                <a:cs typeface="Calibri"/>
              </a:rPr>
              <a:t>Parameter settings are in paper</a:t>
            </a:r>
          </a:p>
        </p:txBody>
      </p:sp>
      <p:pic>
        <p:nvPicPr>
          <p:cNvPr id="4" name="Picture 3" descr="A comparison of a number of datasets&#10;&#10;Description automatically generated">
            <a:extLst>
              <a:ext uri="{FF2B5EF4-FFF2-40B4-BE49-F238E27FC236}">
                <a16:creationId xmlns:a16="http://schemas.microsoft.com/office/drawing/2014/main" id="{B6FD6CC4-48EC-6F0A-39E6-14DF21C561E8}"/>
              </a:ext>
            </a:extLst>
          </p:cNvPr>
          <p:cNvPicPr>
            <a:picLocks noChangeAspect="1"/>
          </p:cNvPicPr>
          <p:nvPr/>
        </p:nvPicPr>
        <p:blipFill>
          <a:blip r:embed="rId3"/>
          <a:stretch>
            <a:fillRect/>
          </a:stretch>
        </p:blipFill>
        <p:spPr>
          <a:xfrm>
            <a:off x="5086492" y="-25131"/>
            <a:ext cx="6157880" cy="2675459"/>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2162176"/>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489CD6-15C2-12D1-05AE-23B60F464858}"/>
              </a:ext>
            </a:extLst>
          </p:cNvPr>
          <p:cNvSpPr>
            <a:spLocks noGrp="1"/>
          </p:cNvSpPr>
          <p:nvPr>
            <p:ph type="title"/>
          </p:nvPr>
        </p:nvSpPr>
        <p:spPr>
          <a:xfrm>
            <a:off x="793662" y="386930"/>
            <a:ext cx="10066122" cy="1298448"/>
          </a:xfrm>
        </p:spPr>
        <p:txBody>
          <a:bodyPr anchor="b">
            <a:normAutofit/>
          </a:bodyPr>
          <a:lstStyle/>
          <a:p>
            <a:r>
              <a:rPr lang="en-US" sz="4800">
                <a:cs typeface="Calibri Light"/>
              </a:rPr>
              <a:t>Evaluation</a:t>
            </a:r>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BF38D7-0601-861D-DEAE-8AE173ECAD26}"/>
              </a:ext>
            </a:extLst>
          </p:cNvPr>
          <p:cNvSpPr>
            <a:spLocks noGrp="1"/>
          </p:cNvSpPr>
          <p:nvPr>
            <p:ph idx="1"/>
          </p:nvPr>
        </p:nvSpPr>
        <p:spPr>
          <a:xfrm>
            <a:off x="793661" y="2643854"/>
            <a:ext cx="10023648" cy="3595105"/>
          </a:xfrm>
        </p:spPr>
        <p:txBody>
          <a:bodyPr vert="horz" lIns="91440" tIns="45720" rIns="91440" bIns="45720" rtlCol="0" anchor="ctr">
            <a:noAutofit/>
          </a:bodyPr>
          <a:lstStyle/>
          <a:p>
            <a:pPr marL="0" indent="0">
              <a:buNone/>
            </a:pPr>
            <a:endParaRPr lang="en-US" dirty="0">
              <a:ea typeface="Calibri"/>
              <a:cs typeface="Calibri"/>
            </a:endParaRPr>
          </a:p>
          <a:p>
            <a:r>
              <a:rPr lang="en-US" dirty="0">
                <a:ea typeface="Calibri"/>
                <a:cs typeface="Calibri"/>
              </a:rPr>
              <a:t>Data</a:t>
            </a:r>
            <a:r>
              <a:rPr lang="en-US" dirty="0">
                <a:cs typeface="Calibri"/>
              </a:rPr>
              <a:t> sets: Sample small standard tabular data sets, for classification and regression.</a:t>
            </a:r>
            <a:endParaRPr lang="en-US" dirty="0">
              <a:ea typeface="Calibri"/>
              <a:cs typeface="Calibri"/>
            </a:endParaRPr>
          </a:p>
          <a:p>
            <a:r>
              <a:rPr lang="en-US" dirty="0">
                <a:cs typeface="Calibri"/>
              </a:rPr>
              <a:t>Two additional generated dataset (zebra patterns shown top right)</a:t>
            </a:r>
            <a:endParaRPr lang="en-US" dirty="0">
              <a:ea typeface="Calibri"/>
              <a:cs typeface="Calibri"/>
            </a:endParaRPr>
          </a:p>
          <a:p>
            <a:pPr lvl="1">
              <a:buFont typeface="Courier New" panose="020B0604020202020204" pitchFamily="34" charset="0"/>
              <a:buChar char="o"/>
            </a:pPr>
            <a:r>
              <a:rPr lang="en-US" dirty="0">
                <a:ea typeface="Calibri"/>
                <a:cs typeface="Calibri"/>
              </a:rPr>
              <a:t>Zebra (a), only feature X is important while Y is irrelevant</a:t>
            </a:r>
          </a:p>
          <a:p>
            <a:pPr lvl="1">
              <a:buFont typeface="Courier New" panose="020B0604020202020204" pitchFamily="34" charset="0"/>
              <a:buChar char="o"/>
            </a:pPr>
            <a:r>
              <a:rPr lang="en-US" dirty="0">
                <a:ea typeface="Calibri"/>
                <a:cs typeface="Calibri"/>
              </a:rPr>
              <a:t>Zebra (b), X is important when X &lt; 100, and y is important when X &gt; 100.</a:t>
            </a:r>
          </a:p>
          <a:p>
            <a:pPr lvl="1">
              <a:buFont typeface="Courier New" panose="020B0604020202020204" pitchFamily="34" charset="0"/>
              <a:buChar char="o"/>
            </a:pPr>
            <a:r>
              <a:rPr lang="en-US" dirty="0">
                <a:ea typeface="Calibri"/>
                <a:cs typeface="Calibri"/>
              </a:rPr>
              <a:t>They test models' ability to learn a local weighting (local landscape).</a:t>
            </a:r>
          </a:p>
        </p:txBody>
      </p:sp>
      <p:pic>
        <p:nvPicPr>
          <p:cNvPr id="4" name="Picture 3" descr="A comparison of a number of datasets&#10;&#10;Description automatically generated">
            <a:extLst>
              <a:ext uri="{FF2B5EF4-FFF2-40B4-BE49-F238E27FC236}">
                <a16:creationId xmlns:a16="http://schemas.microsoft.com/office/drawing/2014/main" id="{B6FD6CC4-48EC-6F0A-39E6-14DF21C561E8}"/>
              </a:ext>
            </a:extLst>
          </p:cNvPr>
          <p:cNvPicPr>
            <a:picLocks noChangeAspect="1"/>
          </p:cNvPicPr>
          <p:nvPr/>
        </p:nvPicPr>
        <p:blipFill>
          <a:blip r:embed="rId2"/>
          <a:stretch>
            <a:fillRect/>
          </a:stretch>
        </p:blipFill>
        <p:spPr>
          <a:xfrm>
            <a:off x="5086492" y="-25131"/>
            <a:ext cx="6157880" cy="2675459"/>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557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38D44A-40D6-721B-F8BD-0ACBD344FEF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Results on classification data sets</a:t>
            </a:r>
          </a:p>
        </p:txBody>
      </p:sp>
      <p:pic>
        <p:nvPicPr>
          <p:cNvPr id="4" name="Content Placeholder 3" descr="A table of numbers and letters&#10;&#10;Description automatically generated">
            <a:extLst>
              <a:ext uri="{FF2B5EF4-FFF2-40B4-BE49-F238E27FC236}">
                <a16:creationId xmlns:a16="http://schemas.microsoft.com/office/drawing/2014/main" id="{46B68792-6ABF-45AE-CFF6-8C6D4DD74C04}"/>
              </a:ext>
            </a:extLst>
          </p:cNvPr>
          <p:cNvPicPr>
            <a:picLocks noGrp="1" noChangeAspect="1"/>
          </p:cNvPicPr>
          <p:nvPr>
            <p:ph idx="1"/>
          </p:nvPr>
        </p:nvPicPr>
        <p:blipFill>
          <a:blip r:embed="rId2"/>
          <a:stretch>
            <a:fillRect/>
          </a:stretch>
        </p:blipFill>
        <p:spPr>
          <a:xfrm>
            <a:off x="1213557" y="1675227"/>
            <a:ext cx="9764886" cy="4394199"/>
          </a:xfrm>
          <a:prstGeom prst="rect">
            <a:avLst/>
          </a:prstGeom>
        </p:spPr>
      </p:pic>
    </p:spTree>
    <p:extLst>
      <p:ext uri="{BB962C8B-B14F-4D97-AF65-F5344CB8AC3E}">
        <p14:creationId xmlns:p14="http://schemas.microsoft.com/office/powerpoint/2010/main" val="408068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F3D83-50C1-3BB1-7E21-159C129ED40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Results on Regression Data Ses</a:t>
            </a:r>
          </a:p>
        </p:txBody>
      </p:sp>
      <p:pic>
        <p:nvPicPr>
          <p:cNvPr id="4" name="Content Placeholder 3" descr="A table with numbers and letters&#10;&#10;Description automatically generated">
            <a:extLst>
              <a:ext uri="{FF2B5EF4-FFF2-40B4-BE49-F238E27FC236}">
                <a16:creationId xmlns:a16="http://schemas.microsoft.com/office/drawing/2014/main" id="{FF7656A6-1437-C8A1-9572-9B03EB3FE143}"/>
              </a:ext>
            </a:extLst>
          </p:cNvPr>
          <p:cNvPicPr>
            <a:picLocks noGrp="1" noChangeAspect="1"/>
          </p:cNvPicPr>
          <p:nvPr>
            <p:ph idx="1"/>
          </p:nvPr>
        </p:nvPicPr>
        <p:blipFill>
          <a:blip r:embed="rId2"/>
          <a:stretch>
            <a:fillRect/>
          </a:stretch>
        </p:blipFill>
        <p:spPr>
          <a:xfrm>
            <a:off x="643467" y="1759469"/>
            <a:ext cx="10905066" cy="4225714"/>
          </a:xfrm>
          <a:prstGeom prst="rect">
            <a:avLst/>
          </a:prstGeom>
        </p:spPr>
      </p:pic>
    </p:spTree>
    <p:extLst>
      <p:ext uri="{BB962C8B-B14F-4D97-AF65-F5344CB8AC3E}">
        <p14:creationId xmlns:p14="http://schemas.microsoft.com/office/powerpoint/2010/main" val="2977771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8C16B-13C5-46EF-BAFA-64FF364E3F33}"/>
              </a:ext>
            </a:extLst>
          </p:cNvPr>
          <p:cNvSpPr>
            <a:spLocks noGrp="1"/>
          </p:cNvSpPr>
          <p:nvPr>
            <p:ph type="title"/>
          </p:nvPr>
        </p:nvSpPr>
        <p:spPr/>
        <p:txBody>
          <a:bodyPr/>
          <a:lstStyle/>
          <a:p>
            <a:r>
              <a:rPr lang="en-US" dirty="0">
                <a:cs typeface="Calibri Light"/>
              </a:rPr>
              <a:t>Discussion of Results:  Accuracy</a:t>
            </a:r>
            <a:endParaRPr lang="en-US" dirty="0"/>
          </a:p>
        </p:txBody>
      </p:sp>
      <p:sp>
        <p:nvSpPr>
          <p:cNvPr id="3" name="Content Placeholder 2">
            <a:extLst>
              <a:ext uri="{FF2B5EF4-FFF2-40B4-BE49-F238E27FC236}">
                <a16:creationId xmlns:a16="http://schemas.microsoft.com/office/drawing/2014/main" id="{CA48DD96-8FAD-0753-B659-E0A67368D194}"/>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dirty="0">
                <a:cs typeface="Calibri"/>
              </a:rPr>
              <a:t>NN-</a:t>
            </a:r>
            <a:r>
              <a:rPr lang="en-US" dirty="0" err="1">
                <a:cs typeface="Calibri"/>
              </a:rPr>
              <a:t>kNN</a:t>
            </a:r>
            <a:r>
              <a:rPr lang="en-US" dirty="0">
                <a:cs typeface="Calibri"/>
              </a:rPr>
              <a:t> performs relatively well across all data sets.</a:t>
            </a:r>
          </a:p>
          <a:p>
            <a:pPr marL="0" indent="0">
              <a:buNone/>
            </a:pPr>
            <a:r>
              <a:rPr lang="en-US" dirty="0">
                <a:cs typeface="Calibri"/>
              </a:rPr>
              <a:t>NN-</a:t>
            </a:r>
            <a:r>
              <a:rPr lang="en-US" dirty="0" err="1">
                <a:cs typeface="Calibri"/>
              </a:rPr>
              <a:t>kNN</a:t>
            </a:r>
            <a:r>
              <a:rPr lang="en-US" dirty="0">
                <a:ea typeface="+mn-lt"/>
                <a:cs typeface="+mn-lt"/>
              </a:rPr>
              <a:t> is inherently a neural network with preset neurons (in the case layer), connections (e.g. one case only activates a corresponding class) and preset-but-tunable parameters (weights and biases).</a:t>
            </a:r>
          </a:p>
          <a:p>
            <a:pPr marL="0" indent="0">
              <a:buNone/>
            </a:pPr>
            <a:r>
              <a:rPr lang="en-US" dirty="0">
                <a:ea typeface="+mn-lt"/>
                <a:cs typeface="+mn-lt"/>
              </a:rPr>
              <a:t>It might appear that NN-</a:t>
            </a:r>
            <a:r>
              <a:rPr lang="en-US" err="1">
                <a:ea typeface="+mn-lt"/>
                <a:cs typeface="+mn-lt"/>
              </a:rPr>
              <a:t>kNN</a:t>
            </a:r>
            <a:r>
              <a:rPr lang="en-US" dirty="0">
                <a:ea typeface="+mn-lt"/>
                <a:cs typeface="+mn-lt"/>
              </a:rPr>
              <a:t> would sacrifice performance because the preset connections and parameters constraints limit degrees of freedom. </a:t>
            </a:r>
            <a:endParaRPr lang="en-US" dirty="0">
              <a:solidFill>
                <a:srgbClr val="C55A11"/>
              </a:solidFill>
              <a:ea typeface="+mn-lt"/>
              <a:cs typeface="+mn-lt"/>
            </a:endParaRPr>
          </a:p>
          <a:p>
            <a:pPr marL="0" indent="0">
              <a:buNone/>
            </a:pPr>
            <a:r>
              <a:rPr lang="en-US" dirty="0">
                <a:ea typeface="+mn-lt"/>
                <a:cs typeface="+mn-lt"/>
              </a:rPr>
              <a:t>However, NN-</a:t>
            </a:r>
            <a:r>
              <a:rPr lang="en-US" dirty="0" err="1">
                <a:ea typeface="+mn-lt"/>
                <a:cs typeface="+mn-lt"/>
              </a:rPr>
              <a:t>kNN</a:t>
            </a:r>
            <a:r>
              <a:rPr lang="en-US" dirty="0">
                <a:ea typeface="+mn-lt"/>
                <a:cs typeface="+mn-lt"/>
              </a:rPr>
              <a:t> can perform as well as, or even better, than the baseline neural network, </a:t>
            </a:r>
            <a:r>
              <a:rPr lang="en-US" dirty="0">
                <a:solidFill>
                  <a:schemeClr val="accent2">
                    <a:lumMod val="75000"/>
                  </a:schemeClr>
                </a:solidFill>
                <a:ea typeface="+mn-lt"/>
                <a:cs typeface="+mn-lt"/>
              </a:rPr>
              <a:t>as the preset neurons and connections function are symbolic knowledge being used by the model. For example, the model may easily find a similar case because the architecture already establishes a starting point for distance metric and case bases.</a:t>
            </a:r>
            <a:endParaRPr lang="en-US" dirty="0">
              <a:solidFill>
                <a:schemeClr val="accent2">
                  <a:lumMod val="75000"/>
                </a:schemeClr>
              </a:solidFill>
              <a:ea typeface="Calibri"/>
              <a:cs typeface="Calibri"/>
            </a:endParaRPr>
          </a:p>
        </p:txBody>
      </p:sp>
    </p:spTree>
    <p:extLst>
      <p:ext uri="{BB962C8B-B14F-4D97-AF65-F5344CB8AC3E}">
        <p14:creationId xmlns:p14="http://schemas.microsoft.com/office/powerpoint/2010/main" val="4189702568"/>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8A7C0-DA17-941C-BB62-FC08970D9C32}"/>
              </a:ext>
            </a:extLst>
          </p:cNvPr>
          <p:cNvSpPr>
            <a:spLocks noGrp="1"/>
          </p:cNvSpPr>
          <p:nvPr>
            <p:ph type="title"/>
          </p:nvPr>
        </p:nvSpPr>
        <p:spPr/>
        <p:txBody>
          <a:bodyPr/>
          <a:lstStyle/>
          <a:p>
            <a:r>
              <a:rPr lang="en-US" dirty="0">
                <a:ea typeface="Calibri Light"/>
                <a:cs typeface="Calibri Light"/>
              </a:rPr>
              <a:t>A Metaphor</a:t>
            </a:r>
            <a:endParaRPr lang="en-US" dirty="0"/>
          </a:p>
        </p:txBody>
      </p:sp>
      <p:sp>
        <p:nvSpPr>
          <p:cNvPr id="3" name="Content Placeholder 2">
            <a:extLst>
              <a:ext uri="{FF2B5EF4-FFF2-40B4-BE49-F238E27FC236}">
                <a16:creationId xmlns:a16="http://schemas.microsoft.com/office/drawing/2014/main" id="{00F12572-E5EA-278B-2668-C764BB591521}"/>
              </a:ext>
            </a:extLst>
          </p:cNvPr>
          <p:cNvSpPr>
            <a:spLocks noGrp="1"/>
          </p:cNvSpPr>
          <p:nvPr>
            <p:ph idx="1"/>
          </p:nvPr>
        </p:nvSpPr>
        <p:spPr/>
        <p:txBody>
          <a:bodyPr vert="horz" lIns="91440" tIns="45720" rIns="91440" bIns="45720" rtlCol="0" anchor="t">
            <a:normAutofit/>
          </a:bodyPr>
          <a:lstStyle/>
          <a:p>
            <a:r>
              <a:rPr lang="en-US" dirty="0">
                <a:ea typeface="Calibri"/>
                <a:cs typeface="Calibri"/>
              </a:rPr>
              <a:t>You teach a kid by some grounding cases and then let it train in the wild.</a:t>
            </a:r>
          </a:p>
          <a:p>
            <a:r>
              <a:rPr lang="en-US" dirty="0">
                <a:ea typeface="Calibri"/>
                <a:cs typeface="Calibri"/>
              </a:rPr>
              <a:t>"Chasing is OK" but "Hitting is bad" </a:t>
            </a:r>
            <a:r>
              <a:rPr lang="en-US" dirty="0">
                <a:solidFill>
                  <a:schemeClr val="accent2"/>
                </a:solidFill>
                <a:ea typeface="Calibri"/>
                <a:cs typeface="Calibri"/>
              </a:rPr>
              <a:t>(Cases in NN-</a:t>
            </a:r>
            <a:r>
              <a:rPr lang="en-US" err="1">
                <a:solidFill>
                  <a:schemeClr val="accent2"/>
                </a:solidFill>
                <a:ea typeface="Calibri"/>
                <a:cs typeface="Calibri"/>
              </a:rPr>
              <a:t>kNN</a:t>
            </a:r>
            <a:r>
              <a:rPr lang="en-US" dirty="0">
                <a:solidFill>
                  <a:schemeClr val="accent2"/>
                </a:solidFill>
                <a:ea typeface="Calibri"/>
                <a:cs typeface="Calibri"/>
              </a:rPr>
              <a:t>)</a:t>
            </a:r>
            <a:endParaRPr lang="en-US">
              <a:solidFill>
                <a:schemeClr val="accent2"/>
              </a:solidFill>
              <a:ea typeface="Calibri"/>
              <a:cs typeface="Calibri"/>
            </a:endParaRPr>
          </a:p>
          <a:p>
            <a:r>
              <a:rPr lang="en-US" dirty="0">
                <a:ea typeface="Calibri"/>
                <a:cs typeface="Calibri"/>
              </a:rPr>
              <a:t>Your kid starts with some basic grounded hard-baked rule, starts mingling with other kids, and (hopefully) learn the subtle social ques and norms by fine-tuning a model about social interactions. </a:t>
            </a:r>
            <a:r>
              <a:rPr lang="en-US" dirty="0">
                <a:solidFill>
                  <a:schemeClr val="accent2"/>
                </a:solidFill>
                <a:ea typeface="Calibri"/>
                <a:cs typeface="Calibri"/>
              </a:rPr>
              <a:t>(Learned parameters in NN-</a:t>
            </a:r>
            <a:r>
              <a:rPr lang="en-US" dirty="0" err="1">
                <a:solidFill>
                  <a:schemeClr val="accent2"/>
                </a:solidFill>
                <a:ea typeface="Calibri"/>
                <a:cs typeface="Calibri"/>
              </a:rPr>
              <a:t>kNN</a:t>
            </a:r>
            <a:r>
              <a:rPr lang="en-US" dirty="0">
                <a:solidFill>
                  <a:schemeClr val="accent2"/>
                </a:solidFill>
                <a:ea typeface="Calibri"/>
                <a:cs typeface="Calibri"/>
              </a:rPr>
              <a:t>)</a:t>
            </a:r>
          </a:p>
          <a:p>
            <a:r>
              <a:rPr lang="en-US" dirty="0">
                <a:solidFill>
                  <a:schemeClr val="accent2"/>
                </a:solidFill>
                <a:ea typeface="Calibri"/>
                <a:cs typeface="Calibri"/>
              </a:rPr>
              <a:t>We are constraining the freedom of their mind, but we do so to give them a good start.</a:t>
            </a:r>
          </a:p>
        </p:txBody>
      </p:sp>
    </p:spTree>
    <p:extLst>
      <p:ext uri="{BB962C8B-B14F-4D97-AF65-F5344CB8AC3E}">
        <p14:creationId xmlns:p14="http://schemas.microsoft.com/office/powerpoint/2010/main" val="253478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59F34-F45F-2F7E-B780-196CB2A8ED3B}"/>
              </a:ext>
            </a:extLst>
          </p:cNvPr>
          <p:cNvSpPr>
            <a:spLocks noGrp="1"/>
          </p:cNvSpPr>
          <p:nvPr>
            <p:ph type="title"/>
          </p:nvPr>
        </p:nvSpPr>
        <p:spPr/>
        <p:txBody>
          <a:bodyPr/>
          <a:lstStyle/>
          <a:p>
            <a:r>
              <a:rPr lang="en-US" dirty="0">
                <a:ea typeface="Calibri Light"/>
                <a:cs typeface="Calibri Light"/>
              </a:rPr>
              <a:t>Discussion on Results: Interpretability</a:t>
            </a:r>
          </a:p>
        </p:txBody>
      </p:sp>
      <p:sp>
        <p:nvSpPr>
          <p:cNvPr id="3" name="Content Placeholder 2">
            <a:extLst>
              <a:ext uri="{FF2B5EF4-FFF2-40B4-BE49-F238E27FC236}">
                <a16:creationId xmlns:a16="http://schemas.microsoft.com/office/drawing/2014/main" id="{31459710-AE46-48A4-E1A3-0176505BAAB0}"/>
              </a:ext>
            </a:extLst>
          </p:cNvPr>
          <p:cNvSpPr>
            <a:spLocks noGrp="1"/>
          </p:cNvSpPr>
          <p:nvPr>
            <p:ph idx="1"/>
          </p:nvPr>
        </p:nvSpPr>
        <p:spPr/>
        <p:txBody>
          <a:bodyPr vert="horz" lIns="91440" tIns="45720" rIns="91440" bIns="45720" rtlCol="0" anchor="t">
            <a:normAutofit/>
          </a:bodyPr>
          <a:lstStyle/>
          <a:p>
            <a:r>
              <a:rPr lang="en-US" dirty="0">
                <a:ea typeface="+mn-lt"/>
                <a:cs typeface="+mn-lt"/>
              </a:rPr>
              <a:t>Do the most active cases provide a good explanation?</a:t>
            </a:r>
            <a:endParaRPr lang="en-US" dirty="0"/>
          </a:p>
          <a:p>
            <a:r>
              <a:rPr lang="en-US" dirty="0">
                <a:ea typeface="+mn-lt"/>
                <a:cs typeface="+mn-lt"/>
              </a:rPr>
              <a:t>For classification, the accuracy of NN-</a:t>
            </a:r>
            <a:r>
              <a:rPr lang="en-US" dirty="0" err="1">
                <a:ea typeface="+mn-lt"/>
                <a:cs typeface="+mn-lt"/>
              </a:rPr>
              <a:t>kNN</a:t>
            </a:r>
            <a:r>
              <a:rPr lang="en-US" dirty="0">
                <a:ea typeface="+mn-lt"/>
                <a:cs typeface="+mn-lt"/>
              </a:rPr>
              <a:t> with the top k case selection layer is enabled is only slightly worse than or the same as when the layer is disabled, suggesting that the top k cases provide a good estimation of the final label. </a:t>
            </a:r>
            <a:endParaRPr lang="en-US"/>
          </a:p>
          <a:p>
            <a:r>
              <a:rPr lang="en-US" dirty="0">
                <a:cs typeface="Calibri"/>
              </a:rPr>
              <a:t>This is not true in regression though: weighted average is always a lot better than plain top-k average.  (More in paper)</a:t>
            </a:r>
            <a:endParaRPr lang="en-US" dirty="0">
              <a:ea typeface="Calibri"/>
              <a:cs typeface="Calibri"/>
            </a:endParaRPr>
          </a:p>
        </p:txBody>
      </p:sp>
    </p:spTree>
    <p:extLst>
      <p:ext uri="{BB962C8B-B14F-4D97-AF65-F5344CB8AC3E}">
        <p14:creationId xmlns:p14="http://schemas.microsoft.com/office/powerpoint/2010/main" val="1131729627"/>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BA96-4712-3745-B19F-AEF48910833F}"/>
              </a:ext>
            </a:extLst>
          </p:cNvPr>
          <p:cNvSpPr>
            <a:spLocks noGrp="1"/>
          </p:cNvSpPr>
          <p:nvPr>
            <p:ph type="title"/>
          </p:nvPr>
        </p:nvSpPr>
        <p:spPr/>
        <p:txBody>
          <a:bodyPr/>
          <a:lstStyle/>
          <a:p>
            <a:r>
              <a:rPr lang="en-US" dirty="0">
                <a:cs typeface="Calibri Light"/>
              </a:rPr>
              <a:t>Downsides (and the Challenges They Bring)</a:t>
            </a:r>
            <a:endParaRPr lang="en-US" dirty="0"/>
          </a:p>
        </p:txBody>
      </p:sp>
      <p:sp>
        <p:nvSpPr>
          <p:cNvPr id="3" name="Content Placeholder 2">
            <a:extLst>
              <a:ext uri="{FF2B5EF4-FFF2-40B4-BE49-F238E27FC236}">
                <a16:creationId xmlns:a16="http://schemas.microsoft.com/office/drawing/2014/main" id="{8E78201E-F8A6-28FC-041F-89642B0F77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5975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D5447-B0D5-C941-9500-D344AD88CADD}"/>
              </a:ext>
            </a:extLst>
          </p:cNvPr>
          <p:cNvSpPr>
            <a:spLocks noGrp="1"/>
          </p:cNvSpPr>
          <p:nvPr>
            <p:ph type="title"/>
          </p:nvPr>
        </p:nvSpPr>
        <p:spPr/>
        <p:txBody>
          <a:bodyPr/>
          <a:lstStyle/>
          <a:p>
            <a:r>
              <a:rPr lang="en-US" dirty="0">
                <a:cs typeface="Calibri Light"/>
              </a:rPr>
              <a:t>The Elephant in the Room: Adaptation</a:t>
            </a:r>
            <a:endParaRPr lang="en-US" dirty="0"/>
          </a:p>
        </p:txBody>
      </p:sp>
      <p:sp>
        <p:nvSpPr>
          <p:cNvPr id="3" name="Content Placeholder 2">
            <a:extLst>
              <a:ext uri="{FF2B5EF4-FFF2-40B4-BE49-F238E27FC236}">
                <a16:creationId xmlns:a16="http://schemas.microsoft.com/office/drawing/2014/main" id="{C298AA27-1F83-CBAF-4E43-2402FBD75CEE}"/>
              </a:ext>
            </a:extLst>
          </p:cNvPr>
          <p:cNvSpPr>
            <a:spLocks noGrp="1"/>
          </p:cNvSpPr>
          <p:nvPr>
            <p:ph idx="1"/>
          </p:nvPr>
        </p:nvSpPr>
        <p:spPr/>
        <p:txBody>
          <a:bodyPr vert="horz" lIns="91440" tIns="45720" rIns="91440" bIns="45720" rtlCol="0" anchor="t">
            <a:normAutofit/>
          </a:bodyPr>
          <a:lstStyle/>
          <a:p>
            <a:r>
              <a:rPr lang="en-US">
                <a:cs typeface="Calibri"/>
              </a:rPr>
              <a:t>We hypothesize that interpretability may be preserved if adaptation is simple, or if users can judge adaptations</a:t>
            </a:r>
            <a:endParaRPr lang="en-US"/>
          </a:p>
        </p:txBody>
      </p:sp>
    </p:spTree>
    <p:extLst>
      <p:ext uri="{BB962C8B-B14F-4D97-AF65-F5344CB8AC3E}">
        <p14:creationId xmlns:p14="http://schemas.microsoft.com/office/powerpoint/2010/main" val="179846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8EF0-7272-A998-0B62-72FC39348082}"/>
              </a:ext>
            </a:extLst>
          </p:cNvPr>
          <p:cNvSpPr>
            <a:spLocks noGrp="1"/>
          </p:cNvSpPr>
          <p:nvPr>
            <p:ph type="title"/>
          </p:nvPr>
        </p:nvSpPr>
        <p:spPr/>
        <p:txBody>
          <a:bodyPr/>
          <a:lstStyle/>
          <a:p>
            <a:r>
              <a:rPr lang="en-US" dirty="0">
                <a:cs typeface="Calibri Light"/>
              </a:rPr>
              <a:t>Next Steps</a:t>
            </a:r>
            <a:endParaRPr lang="en-US" dirty="0"/>
          </a:p>
        </p:txBody>
      </p:sp>
      <p:pic>
        <p:nvPicPr>
          <p:cNvPr id="4" name="Content Placeholder 3" descr="Two robots holding hands on a road&#10;&#10;Description automatically generated">
            <a:extLst>
              <a:ext uri="{FF2B5EF4-FFF2-40B4-BE49-F238E27FC236}">
                <a16:creationId xmlns:a16="http://schemas.microsoft.com/office/drawing/2014/main" id="{12C7C4C7-4916-EBEA-0909-EEAD133E52A6}"/>
              </a:ext>
            </a:extLst>
          </p:cNvPr>
          <p:cNvPicPr>
            <a:picLocks noGrp="1" noChangeAspect="1"/>
          </p:cNvPicPr>
          <p:nvPr>
            <p:ph idx="1"/>
          </p:nvPr>
        </p:nvPicPr>
        <p:blipFill>
          <a:blip r:embed="rId2"/>
          <a:stretch>
            <a:fillRect/>
          </a:stretch>
        </p:blipFill>
        <p:spPr>
          <a:xfrm>
            <a:off x="7835685" y="2525080"/>
            <a:ext cx="4114800" cy="4114800"/>
          </a:xfrm>
        </p:spPr>
      </p:pic>
    </p:spTree>
    <p:extLst>
      <p:ext uri="{BB962C8B-B14F-4D97-AF65-F5344CB8AC3E}">
        <p14:creationId xmlns:p14="http://schemas.microsoft.com/office/powerpoint/2010/main" val="13447884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FCA39-BCAA-02A8-0DD1-7582E5754C90}"/>
              </a:ext>
            </a:extLst>
          </p:cNvPr>
          <p:cNvSpPr>
            <a:spLocks noGrp="1"/>
          </p:cNvSpPr>
          <p:nvPr>
            <p:ph type="title"/>
          </p:nvPr>
        </p:nvSpPr>
        <p:spPr/>
        <p:txBody>
          <a:bodyPr/>
          <a:lstStyle/>
          <a:p>
            <a:r>
              <a:rPr lang="en-US" dirty="0">
                <a:cs typeface="Calibri Light"/>
              </a:rPr>
              <a:t>Conclusions</a:t>
            </a:r>
            <a:endParaRPr lang="en-US" dirty="0"/>
          </a:p>
        </p:txBody>
      </p:sp>
      <p:sp>
        <p:nvSpPr>
          <p:cNvPr id="3" name="Content Placeholder 2">
            <a:extLst>
              <a:ext uri="{FF2B5EF4-FFF2-40B4-BE49-F238E27FC236}">
                <a16:creationId xmlns:a16="http://schemas.microsoft.com/office/drawing/2014/main" id="{46B0679F-68B9-7154-545E-BDEC406F5B3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866795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41</Slides>
  <Notes>1</Notes>
  <HiddenSlides>1</HiddenSlide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Towards Network Implementation of CBR:  Case Study of a Neural Network K-NN Algorithm</vt:lpstr>
      <vt:lpstr>In Brief</vt:lpstr>
      <vt:lpstr>Overview</vt:lpstr>
      <vt:lpstr>Why?</vt:lpstr>
      <vt:lpstr>Why NN-kNN?  A. Advantages over traditional k-NN Implementations</vt:lpstr>
      <vt:lpstr>Why NN-kNN? B. Advantage over NNs for Interpretability</vt:lpstr>
      <vt:lpstr>Why NN-kNN?  C. Addressing a CBR Challenge</vt:lpstr>
      <vt:lpstr>Why?  Related Work</vt:lpstr>
      <vt:lpstr>Why?  Related Work</vt:lpstr>
      <vt:lpstr>Why?  Related Work</vt:lpstr>
      <vt:lpstr>Why? (summary)  </vt:lpstr>
      <vt:lpstr>How?</vt:lpstr>
      <vt:lpstr>Neural Network Based K-Nearest Neighbor</vt:lpstr>
      <vt:lpstr>The input query goes here</vt:lpstr>
      <vt:lpstr>Cases are stored here</vt:lpstr>
      <vt:lpstr>Features may be extracted (e.g. using a CNN) or surface features (tested in our experiment)</vt:lpstr>
      <vt:lpstr>Feature distance for each feature of each case </vt:lpstr>
      <vt:lpstr>Case activation calculated for each case </vt:lpstr>
      <vt:lpstr>Optionally, select only the top k activated cases. All other activations set to 0.</vt:lpstr>
      <vt:lpstr>For classification, cases contribute to corresponding classes</vt:lpstr>
      <vt:lpstr>Adaptation. Here very simple, e.g. Choose highest activated classes (Note Power-interpretability tradeoff)</vt:lpstr>
      <vt:lpstr>NN-KNN also Supports Regression</vt:lpstr>
      <vt:lpstr>Intuitive Explanation </vt:lpstr>
      <vt:lpstr>For a simple vanilla k-NN,  choose unweighted f(), δ() and ca().</vt:lpstr>
      <vt:lpstr>NN-kNN can provide feature weighting (local or global) and ...</vt:lpstr>
      <vt:lpstr>… case weighting, … </vt:lpstr>
      <vt:lpstr>… and more</vt:lpstr>
      <vt:lpstr>Summary of NN-kNN</vt:lpstr>
      <vt:lpstr>Benefits of NN-kNN</vt:lpstr>
      <vt:lpstr>Evaluation</vt:lpstr>
      <vt:lpstr>Evaluation</vt:lpstr>
      <vt:lpstr>Evaluation</vt:lpstr>
      <vt:lpstr>Results on classification data sets</vt:lpstr>
      <vt:lpstr>Results on Regression Data Ses</vt:lpstr>
      <vt:lpstr>Discussion of Results:  Accuracy</vt:lpstr>
      <vt:lpstr>A Metaphor</vt:lpstr>
      <vt:lpstr>Discussion on Results: Interpretability</vt:lpstr>
      <vt:lpstr>Downsides (and the Challenges They Bring)</vt:lpstr>
      <vt:lpstr>The Elephant in the Room: Adaptation</vt:lpstr>
      <vt:lpstr>Next Steps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1100</cp:revision>
  <dcterms:created xsi:type="dcterms:W3CDTF">2013-07-15T20:26:40Z</dcterms:created>
  <dcterms:modified xsi:type="dcterms:W3CDTF">2024-07-01T17:33:43Z</dcterms:modified>
</cp:coreProperties>
</file>