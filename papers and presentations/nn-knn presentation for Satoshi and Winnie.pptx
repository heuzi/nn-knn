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omments/modernComment_115_4E9DB724.xml" ContentType="application/vnd.ms-powerpoint.comments+xml"/>
  <Override PartName="/ppt/comments/modernComment_11C_4BD3A780.xml" ContentType="application/vnd.ms-powerpoint.comments+xml"/>
  <Override PartName="/ppt/comments/modernComment_11E_F9B9C9A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298" r:id="rId3"/>
    <p:sldId id="327" r:id="rId4"/>
    <p:sldId id="259" r:id="rId5"/>
    <p:sldId id="300" r:id="rId6"/>
    <p:sldId id="305" r:id="rId7"/>
    <p:sldId id="306" r:id="rId8"/>
    <p:sldId id="307" r:id="rId9"/>
    <p:sldId id="308" r:id="rId10"/>
    <p:sldId id="316" r:id="rId11"/>
    <p:sldId id="317" r:id="rId12"/>
    <p:sldId id="277" r:id="rId13"/>
    <p:sldId id="329" r:id="rId14"/>
    <p:sldId id="281" r:id="rId15"/>
    <p:sldId id="330" r:id="rId16"/>
    <p:sldId id="258" r:id="rId17"/>
    <p:sldId id="333" r:id="rId18"/>
    <p:sldId id="331" r:id="rId19"/>
    <p:sldId id="332" r:id="rId20"/>
    <p:sldId id="261" r:id="rId21"/>
    <p:sldId id="339" r:id="rId22"/>
    <p:sldId id="267" r:id="rId23"/>
    <p:sldId id="334" r:id="rId24"/>
    <p:sldId id="262" r:id="rId25"/>
    <p:sldId id="335" r:id="rId26"/>
    <p:sldId id="336" r:id="rId27"/>
    <p:sldId id="337" r:id="rId28"/>
    <p:sldId id="338" r:id="rId29"/>
    <p:sldId id="340" r:id="rId30"/>
    <p:sldId id="341" r:id="rId31"/>
    <p:sldId id="292" r:id="rId32"/>
    <p:sldId id="284" r:id="rId33"/>
    <p:sldId id="320" r:id="rId34"/>
    <p:sldId id="283" r:id="rId35"/>
    <p:sldId id="318" r:id="rId36"/>
    <p:sldId id="321" r:id="rId37"/>
    <p:sldId id="322" r:id="rId38"/>
    <p:sldId id="286" r:id="rId39"/>
    <p:sldId id="323" r:id="rId40"/>
    <p:sldId id="324" r:id="rId41"/>
    <p:sldId id="325" r:id="rId42"/>
    <p:sldId id="32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2114D-C3D1-4343-8595-51C660C8C236}" name="leake@indiana.edu" initials="le" userId="S::urn:spo:guest#leake@indiana.edu::" providerId="AD"/>
  <p188:author id="{D7DDA2D3-132B-E629-30EC-91EB14D8FD5E}" name="Ye, Xiaomeng" initials="YX" userId="S::xye@berry.edu::e9dfea23-315e-4458-a3dd-dbb675ea70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98D02-E980-4E34-8560-4BAC0CB0B032}" v="15" dt="2026-02-24T17:20:14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, Xiaomeng" userId="e9dfea23-315e-4458-a3dd-dbb675ea709b" providerId="ADAL" clId="{507712B9-5942-4FBA-975E-245422C265E7}"/>
    <pc:docChg chg="undo custSel addSld delSld modSld sldOrd">
      <pc:chgData name="Ye, Xiaomeng" userId="e9dfea23-315e-4458-a3dd-dbb675ea709b" providerId="ADAL" clId="{507712B9-5942-4FBA-975E-245422C265E7}" dt="2026-02-24T17:24:57.779" v="3681" actId="20577"/>
      <pc:docMkLst>
        <pc:docMk/>
      </pc:docMkLst>
      <pc:sldChg chg="add">
        <pc:chgData name="Ye, Xiaomeng" userId="e9dfea23-315e-4458-a3dd-dbb675ea709b" providerId="ADAL" clId="{507712B9-5942-4FBA-975E-245422C265E7}" dt="2026-02-16T19:56:08.538" v="253"/>
        <pc:sldMkLst>
          <pc:docMk/>
          <pc:sldMk cId="3031095083" sldId="258"/>
        </pc:sldMkLst>
      </pc:sldChg>
      <pc:sldChg chg="add">
        <pc:chgData name="Ye, Xiaomeng" userId="e9dfea23-315e-4458-a3dd-dbb675ea709b" providerId="ADAL" clId="{507712B9-5942-4FBA-975E-245422C265E7}" dt="2026-02-16T20:25:59.719" v="2789"/>
        <pc:sldMkLst>
          <pc:docMk/>
          <pc:sldMk cId="3245707017" sldId="261"/>
        </pc:sldMkLst>
      </pc:sldChg>
      <pc:sldChg chg="add">
        <pc:chgData name="Ye, Xiaomeng" userId="e9dfea23-315e-4458-a3dd-dbb675ea709b" providerId="ADAL" clId="{507712B9-5942-4FBA-975E-245422C265E7}" dt="2026-02-16T20:06:26.671" v="905"/>
        <pc:sldMkLst>
          <pc:docMk/>
          <pc:sldMk cId="2661950164" sldId="262"/>
        </pc:sldMkLst>
      </pc:sldChg>
      <pc:sldChg chg="add">
        <pc:chgData name="Ye, Xiaomeng" userId="e9dfea23-315e-4458-a3dd-dbb675ea709b" providerId="ADAL" clId="{507712B9-5942-4FBA-975E-245422C265E7}" dt="2026-02-16T20:02:20.391" v="693"/>
        <pc:sldMkLst>
          <pc:docMk/>
          <pc:sldMk cId="1017907255" sldId="267"/>
        </pc:sldMkLst>
      </pc:sldChg>
      <pc:sldChg chg="mod modShow">
        <pc:chgData name="Ye, Xiaomeng" userId="e9dfea23-315e-4458-a3dd-dbb675ea709b" providerId="ADAL" clId="{507712B9-5942-4FBA-975E-245422C265E7}" dt="2026-02-16T19:52:13.599" v="74" actId="729"/>
        <pc:sldMkLst>
          <pc:docMk/>
          <pc:sldMk cId="1318958884" sldId="277"/>
        </pc:sldMkLst>
      </pc:sldChg>
      <pc:sldChg chg="ord">
        <pc:chgData name="Ye, Xiaomeng" userId="e9dfea23-315e-4458-a3dd-dbb675ea709b" providerId="ADAL" clId="{507712B9-5942-4FBA-975E-245422C265E7}" dt="2026-02-16T20:30:22.341" v="3292"/>
        <pc:sldMkLst>
          <pc:docMk/>
          <pc:sldMk cId="880561537" sldId="292"/>
        </pc:sldMkLst>
      </pc:sldChg>
      <pc:sldChg chg="addSp modSp new mod">
        <pc:chgData name="Ye, Xiaomeng" userId="e9dfea23-315e-4458-a3dd-dbb675ea709b" providerId="ADAL" clId="{507712B9-5942-4FBA-975E-245422C265E7}" dt="2026-02-16T19:47:41.477" v="69" actId="20577"/>
        <pc:sldMkLst>
          <pc:docMk/>
          <pc:sldMk cId="925233053" sldId="329"/>
        </pc:sldMkLst>
        <pc:spChg chg="mod">
          <ac:chgData name="Ye, Xiaomeng" userId="e9dfea23-315e-4458-a3dd-dbb675ea709b" providerId="ADAL" clId="{507712B9-5942-4FBA-975E-245422C265E7}" dt="2026-02-16T19:47:41.477" v="69" actId="20577"/>
          <ac:spMkLst>
            <pc:docMk/>
            <pc:sldMk cId="925233053" sldId="329"/>
            <ac:spMk id="3" creationId="{25A20B53-D82E-5AAD-91D7-B844E77D9329}"/>
          </ac:spMkLst>
        </pc:spChg>
        <pc:picChg chg="add mod">
          <ac:chgData name="Ye, Xiaomeng" userId="e9dfea23-315e-4458-a3dd-dbb675ea709b" providerId="ADAL" clId="{507712B9-5942-4FBA-975E-245422C265E7}" dt="2026-02-16T19:47:22.126" v="39" actId="1076"/>
          <ac:picMkLst>
            <pc:docMk/>
            <pc:sldMk cId="925233053" sldId="329"/>
            <ac:picMk id="5" creationId="{111091F6-5410-E71F-B87C-E56E5BBDE400}"/>
          </ac:picMkLst>
        </pc:picChg>
      </pc:sldChg>
      <pc:sldChg chg="modSp new mod">
        <pc:chgData name="Ye, Xiaomeng" userId="e9dfea23-315e-4458-a3dd-dbb675ea709b" providerId="ADAL" clId="{507712B9-5942-4FBA-975E-245422C265E7}" dt="2026-02-16T19:53:11.416" v="118" actId="20577"/>
        <pc:sldMkLst>
          <pc:docMk/>
          <pc:sldMk cId="2628555097" sldId="330"/>
        </pc:sldMkLst>
        <pc:spChg chg="mod">
          <ac:chgData name="Ye, Xiaomeng" userId="e9dfea23-315e-4458-a3dd-dbb675ea709b" providerId="ADAL" clId="{507712B9-5942-4FBA-975E-245422C265E7}" dt="2026-02-16T19:53:11.416" v="118" actId="20577"/>
          <ac:spMkLst>
            <pc:docMk/>
            <pc:sldMk cId="2628555097" sldId="330"/>
            <ac:spMk id="2" creationId="{0FB68C0F-52D6-792A-13A8-AE988017F349}"/>
          </ac:spMkLst>
        </pc:spChg>
      </pc:sldChg>
      <pc:sldChg chg="add">
        <pc:chgData name="Ye, Xiaomeng" userId="e9dfea23-315e-4458-a3dd-dbb675ea709b" providerId="ADAL" clId="{507712B9-5942-4FBA-975E-245422C265E7}" dt="2026-02-16T19:54:17.620" v="119"/>
        <pc:sldMkLst>
          <pc:docMk/>
          <pc:sldMk cId="2417798503" sldId="331"/>
        </pc:sldMkLst>
      </pc:sldChg>
      <pc:sldChg chg="modSp new mod">
        <pc:chgData name="Ye, Xiaomeng" userId="e9dfea23-315e-4458-a3dd-dbb675ea709b" providerId="ADAL" clId="{507712B9-5942-4FBA-975E-245422C265E7}" dt="2026-02-16T20:26:21.848" v="2835" actId="20577"/>
        <pc:sldMkLst>
          <pc:docMk/>
          <pc:sldMk cId="1298116606" sldId="332"/>
        </pc:sldMkLst>
        <pc:spChg chg="mod">
          <ac:chgData name="Ye, Xiaomeng" userId="e9dfea23-315e-4458-a3dd-dbb675ea709b" providerId="ADAL" clId="{507712B9-5942-4FBA-975E-245422C265E7}" dt="2026-02-16T20:26:21.848" v="2835" actId="20577"/>
          <ac:spMkLst>
            <pc:docMk/>
            <pc:sldMk cId="1298116606" sldId="332"/>
            <ac:spMk id="2" creationId="{615CDDE6-AF87-7253-0F40-98002E3E03AB}"/>
          </ac:spMkLst>
        </pc:spChg>
        <pc:spChg chg="mod">
          <ac:chgData name="Ye, Xiaomeng" userId="e9dfea23-315e-4458-a3dd-dbb675ea709b" providerId="ADAL" clId="{507712B9-5942-4FBA-975E-245422C265E7}" dt="2026-02-16T20:01:50.677" v="692" actId="20577"/>
          <ac:spMkLst>
            <pc:docMk/>
            <pc:sldMk cId="1298116606" sldId="332"/>
            <ac:spMk id="3" creationId="{09795A31-C4A4-1344-5501-722C13983465}"/>
          </ac:spMkLst>
        </pc:spChg>
      </pc:sldChg>
      <pc:sldChg chg="modSp new mod">
        <pc:chgData name="Ye, Xiaomeng" userId="e9dfea23-315e-4458-a3dd-dbb675ea709b" providerId="ADAL" clId="{507712B9-5942-4FBA-975E-245422C265E7}" dt="2026-02-24T15:19:24.486" v="3360" actId="20577"/>
        <pc:sldMkLst>
          <pc:docMk/>
          <pc:sldMk cId="2123859135" sldId="333"/>
        </pc:sldMkLst>
        <pc:spChg chg="mod">
          <ac:chgData name="Ye, Xiaomeng" userId="e9dfea23-315e-4458-a3dd-dbb675ea709b" providerId="ADAL" clId="{507712B9-5942-4FBA-975E-245422C265E7}" dt="2026-02-16T19:56:14.858" v="265" actId="20577"/>
          <ac:spMkLst>
            <pc:docMk/>
            <pc:sldMk cId="2123859135" sldId="333"/>
            <ac:spMk id="2" creationId="{E62E0073-72A7-F69B-DD47-D1DD816CC57A}"/>
          </ac:spMkLst>
        </pc:spChg>
        <pc:spChg chg="mod">
          <ac:chgData name="Ye, Xiaomeng" userId="e9dfea23-315e-4458-a3dd-dbb675ea709b" providerId="ADAL" clId="{507712B9-5942-4FBA-975E-245422C265E7}" dt="2026-02-24T15:19:24.486" v="3360" actId="20577"/>
          <ac:spMkLst>
            <pc:docMk/>
            <pc:sldMk cId="2123859135" sldId="333"/>
            <ac:spMk id="3" creationId="{4D2A64E1-BFCC-91E8-8AB4-FD1976C12B80}"/>
          </ac:spMkLst>
        </pc:spChg>
      </pc:sldChg>
      <pc:sldChg chg="modSp new mod">
        <pc:chgData name="Ye, Xiaomeng" userId="e9dfea23-315e-4458-a3dd-dbb675ea709b" providerId="ADAL" clId="{507712B9-5942-4FBA-975E-245422C265E7}" dt="2026-02-16T20:05:37.687" v="904"/>
        <pc:sldMkLst>
          <pc:docMk/>
          <pc:sldMk cId="3397002800" sldId="334"/>
        </pc:sldMkLst>
        <pc:spChg chg="mod">
          <ac:chgData name="Ye, Xiaomeng" userId="e9dfea23-315e-4458-a3dd-dbb675ea709b" providerId="ADAL" clId="{507712B9-5942-4FBA-975E-245422C265E7}" dt="2026-02-16T20:02:28.678" v="708" actId="20577"/>
          <ac:spMkLst>
            <pc:docMk/>
            <pc:sldMk cId="3397002800" sldId="334"/>
            <ac:spMk id="2" creationId="{1FCDCAEE-3BE0-3A5A-68E6-9D083C54473C}"/>
          </ac:spMkLst>
        </pc:spChg>
        <pc:spChg chg="mod">
          <ac:chgData name="Ye, Xiaomeng" userId="e9dfea23-315e-4458-a3dd-dbb675ea709b" providerId="ADAL" clId="{507712B9-5942-4FBA-975E-245422C265E7}" dt="2026-02-16T20:05:37.687" v="904"/>
          <ac:spMkLst>
            <pc:docMk/>
            <pc:sldMk cId="3397002800" sldId="334"/>
            <ac:spMk id="3" creationId="{B46D1A6B-C5C3-CF98-C30B-A5AE0825F61C}"/>
          </ac:spMkLst>
        </pc:spChg>
      </pc:sldChg>
      <pc:sldChg chg="modSp new mod">
        <pc:chgData name="Ye, Xiaomeng" userId="e9dfea23-315e-4458-a3dd-dbb675ea709b" providerId="ADAL" clId="{507712B9-5942-4FBA-975E-245422C265E7}" dt="2026-02-24T17:22:39.997" v="3442" actId="20577"/>
        <pc:sldMkLst>
          <pc:docMk/>
          <pc:sldMk cId="2539150945" sldId="335"/>
        </pc:sldMkLst>
        <pc:spChg chg="mod">
          <ac:chgData name="Ye, Xiaomeng" userId="e9dfea23-315e-4458-a3dd-dbb675ea709b" providerId="ADAL" clId="{507712B9-5942-4FBA-975E-245422C265E7}" dt="2026-02-16T20:06:35.475" v="929" actId="20577"/>
          <ac:spMkLst>
            <pc:docMk/>
            <pc:sldMk cId="2539150945" sldId="335"/>
            <ac:spMk id="2" creationId="{9C67A7BD-E33D-A64A-6FB1-656BB00378FB}"/>
          </ac:spMkLst>
        </pc:spChg>
        <pc:spChg chg="mod">
          <ac:chgData name="Ye, Xiaomeng" userId="e9dfea23-315e-4458-a3dd-dbb675ea709b" providerId="ADAL" clId="{507712B9-5942-4FBA-975E-245422C265E7}" dt="2026-02-24T17:22:39.997" v="3442" actId="20577"/>
          <ac:spMkLst>
            <pc:docMk/>
            <pc:sldMk cId="2539150945" sldId="335"/>
            <ac:spMk id="3" creationId="{2C242240-4673-531E-A8EA-989EE796D9B6}"/>
          </ac:spMkLst>
        </pc:spChg>
      </pc:sldChg>
      <pc:sldChg chg="modSp new mod">
        <pc:chgData name="Ye, Xiaomeng" userId="e9dfea23-315e-4458-a3dd-dbb675ea709b" providerId="ADAL" clId="{507712B9-5942-4FBA-975E-245422C265E7}" dt="2026-02-24T17:24:57.779" v="3681" actId="20577"/>
        <pc:sldMkLst>
          <pc:docMk/>
          <pc:sldMk cId="2459831391" sldId="336"/>
        </pc:sldMkLst>
        <pc:spChg chg="mod">
          <ac:chgData name="Ye, Xiaomeng" userId="e9dfea23-315e-4458-a3dd-dbb675ea709b" providerId="ADAL" clId="{507712B9-5942-4FBA-975E-245422C265E7}" dt="2026-02-16T20:09:39.180" v="1228" actId="20577"/>
          <ac:spMkLst>
            <pc:docMk/>
            <pc:sldMk cId="2459831391" sldId="336"/>
            <ac:spMk id="2" creationId="{2036A5B0-2559-75EE-097A-2B4584D9DA80}"/>
          </ac:spMkLst>
        </pc:spChg>
        <pc:spChg chg="mod">
          <ac:chgData name="Ye, Xiaomeng" userId="e9dfea23-315e-4458-a3dd-dbb675ea709b" providerId="ADAL" clId="{507712B9-5942-4FBA-975E-245422C265E7}" dt="2026-02-24T17:24:57.779" v="3681" actId="20577"/>
          <ac:spMkLst>
            <pc:docMk/>
            <pc:sldMk cId="2459831391" sldId="336"/>
            <ac:spMk id="3" creationId="{07482B95-0139-7F49-3A36-A5AA2F17552A}"/>
          </ac:spMkLst>
        </pc:spChg>
      </pc:sldChg>
      <pc:sldChg chg="modSp add mod">
        <pc:chgData name="Ye, Xiaomeng" userId="e9dfea23-315e-4458-a3dd-dbb675ea709b" providerId="ADAL" clId="{507712B9-5942-4FBA-975E-245422C265E7}" dt="2026-02-16T20:18:12.117" v="2234" actId="20577"/>
        <pc:sldMkLst>
          <pc:docMk/>
          <pc:sldMk cId="3188636592" sldId="337"/>
        </pc:sldMkLst>
        <pc:spChg chg="mod">
          <ac:chgData name="Ye, Xiaomeng" userId="e9dfea23-315e-4458-a3dd-dbb675ea709b" providerId="ADAL" clId="{507712B9-5942-4FBA-975E-245422C265E7}" dt="2026-02-16T20:14:09.999" v="1429" actId="20577"/>
          <ac:spMkLst>
            <pc:docMk/>
            <pc:sldMk cId="3188636592" sldId="337"/>
            <ac:spMk id="2" creationId="{884A5A1E-7309-F9D7-80A2-9892024E33B5}"/>
          </ac:spMkLst>
        </pc:spChg>
        <pc:spChg chg="mod">
          <ac:chgData name="Ye, Xiaomeng" userId="e9dfea23-315e-4458-a3dd-dbb675ea709b" providerId="ADAL" clId="{507712B9-5942-4FBA-975E-245422C265E7}" dt="2026-02-16T20:18:12.117" v="2234" actId="20577"/>
          <ac:spMkLst>
            <pc:docMk/>
            <pc:sldMk cId="3188636592" sldId="337"/>
            <ac:spMk id="3" creationId="{94E45608-CC11-4200-D73E-F1472E0F3334}"/>
          </ac:spMkLst>
        </pc:spChg>
      </pc:sldChg>
      <pc:sldChg chg="addSp delSp modSp add mod">
        <pc:chgData name="Ye, Xiaomeng" userId="e9dfea23-315e-4458-a3dd-dbb675ea709b" providerId="ADAL" clId="{507712B9-5942-4FBA-975E-245422C265E7}" dt="2026-02-16T20:29:06.857" v="3128" actId="21"/>
        <pc:sldMkLst>
          <pc:docMk/>
          <pc:sldMk cId="3949356944" sldId="338"/>
        </pc:sldMkLst>
        <pc:spChg chg="mod">
          <ac:chgData name="Ye, Xiaomeng" userId="e9dfea23-315e-4458-a3dd-dbb675ea709b" providerId="ADAL" clId="{507712B9-5942-4FBA-975E-245422C265E7}" dt="2026-02-16T20:18:27.918" v="2253" actId="20577"/>
          <ac:spMkLst>
            <pc:docMk/>
            <pc:sldMk cId="3949356944" sldId="338"/>
            <ac:spMk id="2" creationId="{D8CC023C-32CF-AA8C-04BB-F278B5E87454}"/>
          </ac:spMkLst>
        </pc:spChg>
        <pc:spChg chg="mod">
          <ac:chgData name="Ye, Xiaomeng" userId="e9dfea23-315e-4458-a3dd-dbb675ea709b" providerId="ADAL" clId="{507712B9-5942-4FBA-975E-245422C265E7}" dt="2026-02-16T20:21:47.090" v="2787" actId="27636"/>
          <ac:spMkLst>
            <pc:docMk/>
            <pc:sldMk cId="3949356944" sldId="338"/>
            <ac:spMk id="3" creationId="{045FE783-ECA0-AEB2-EE00-B39D09EFB821}"/>
          </ac:spMkLst>
        </pc:spChg>
        <pc:picChg chg="add mod">
          <ac:chgData name="Ye, Xiaomeng" userId="e9dfea23-315e-4458-a3dd-dbb675ea709b" providerId="ADAL" clId="{507712B9-5942-4FBA-975E-245422C265E7}" dt="2026-02-16T20:21:49.046" v="2788" actId="1076"/>
          <ac:picMkLst>
            <pc:docMk/>
            <pc:sldMk cId="3949356944" sldId="338"/>
            <ac:picMk id="5" creationId="{2BF50E9E-8AF6-44E4-2F2E-426189099395}"/>
          </ac:picMkLst>
        </pc:picChg>
      </pc:sldChg>
      <pc:sldChg chg="modSp new mod">
        <pc:chgData name="Ye, Xiaomeng" userId="e9dfea23-315e-4458-a3dd-dbb675ea709b" providerId="ADAL" clId="{507712B9-5942-4FBA-975E-245422C265E7}" dt="2026-02-24T17:20:29.877" v="3404" actId="20577"/>
        <pc:sldMkLst>
          <pc:docMk/>
          <pc:sldMk cId="165591221" sldId="339"/>
        </pc:sldMkLst>
        <pc:spChg chg="mod">
          <ac:chgData name="Ye, Xiaomeng" userId="e9dfea23-315e-4458-a3dd-dbb675ea709b" providerId="ADAL" clId="{507712B9-5942-4FBA-975E-245422C265E7}" dt="2026-02-16T20:26:31.287" v="2852" actId="20577"/>
          <ac:spMkLst>
            <pc:docMk/>
            <pc:sldMk cId="165591221" sldId="339"/>
            <ac:spMk id="2" creationId="{892FCF00-E483-FD15-7615-8756A6BE0B52}"/>
          </ac:spMkLst>
        </pc:spChg>
        <pc:spChg chg="mod">
          <ac:chgData name="Ye, Xiaomeng" userId="e9dfea23-315e-4458-a3dd-dbb675ea709b" providerId="ADAL" clId="{507712B9-5942-4FBA-975E-245422C265E7}" dt="2026-02-24T17:20:29.877" v="3404" actId="20577"/>
          <ac:spMkLst>
            <pc:docMk/>
            <pc:sldMk cId="165591221" sldId="339"/>
            <ac:spMk id="3" creationId="{7A102232-9576-380F-E2C4-348D1DD27D96}"/>
          </ac:spMkLst>
        </pc:spChg>
      </pc:sldChg>
      <pc:sldChg chg="addSp delSp modSp add mod">
        <pc:chgData name="Ye, Xiaomeng" userId="e9dfea23-315e-4458-a3dd-dbb675ea709b" providerId="ADAL" clId="{507712B9-5942-4FBA-975E-245422C265E7}" dt="2026-02-16T20:30:02.697" v="3289" actId="1076"/>
        <pc:sldMkLst>
          <pc:docMk/>
          <pc:sldMk cId="2992003348" sldId="340"/>
        </pc:sldMkLst>
        <pc:spChg chg="mod">
          <ac:chgData name="Ye, Xiaomeng" userId="e9dfea23-315e-4458-a3dd-dbb675ea709b" providerId="ADAL" clId="{507712B9-5942-4FBA-975E-245422C265E7}" dt="2026-02-16T20:29:49.840" v="3286" actId="20577"/>
          <ac:spMkLst>
            <pc:docMk/>
            <pc:sldMk cId="2992003348" sldId="340"/>
            <ac:spMk id="3" creationId="{3B193AEE-E3A5-72A4-5061-0F961BF47434}"/>
          </ac:spMkLst>
        </pc:spChg>
        <pc:picChg chg="add mod">
          <ac:chgData name="Ye, Xiaomeng" userId="e9dfea23-315e-4458-a3dd-dbb675ea709b" providerId="ADAL" clId="{507712B9-5942-4FBA-975E-245422C265E7}" dt="2026-02-16T20:29:59.982" v="3287" actId="1076"/>
          <ac:picMkLst>
            <pc:docMk/>
            <pc:sldMk cId="2992003348" sldId="340"/>
            <ac:picMk id="4" creationId="{0CC65E04-B128-B801-0DF0-995BC75C68D3}"/>
          </ac:picMkLst>
        </pc:picChg>
        <pc:picChg chg="add mod">
          <ac:chgData name="Ye, Xiaomeng" userId="e9dfea23-315e-4458-a3dd-dbb675ea709b" providerId="ADAL" clId="{507712B9-5942-4FBA-975E-245422C265E7}" dt="2026-02-16T20:30:02.697" v="3289" actId="1076"/>
          <ac:picMkLst>
            <pc:docMk/>
            <pc:sldMk cId="2992003348" sldId="340"/>
            <ac:picMk id="6" creationId="{B9985374-255C-7C2D-B8D8-F330E7A9899B}"/>
          </ac:picMkLst>
        </pc:picChg>
      </pc:sldChg>
      <pc:sldChg chg="modSp new mod">
        <pc:chgData name="Ye, Xiaomeng" userId="e9dfea23-315e-4458-a3dd-dbb675ea709b" providerId="ADAL" clId="{507712B9-5942-4FBA-975E-245422C265E7}" dt="2026-02-16T20:30:27.270" v="3323" actId="20577"/>
        <pc:sldMkLst>
          <pc:docMk/>
          <pc:sldMk cId="2937389386" sldId="341"/>
        </pc:sldMkLst>
        <pc:spChg chg="mod">
          <ac:chgData name="Ye, Xiaomeng" userId="e9dfea23-315e-4458-a3dd-dbb675ea709b" providerId="ADAL" clId="{507712B9-5942-4FBA-975E-245422C265E7}" dt="2026-02-16T20:30:27.270" v="3323" actId="20577"/>
          <ac:spMkLst>
            <pc:docMk/>
            <pc:sldMk cId="2937389386" sldId="341"/>
            <ac:spMk id="2" creationId="{0F53A26D-7AED-79E8-C0A8-4AA2DB5E0CC9}"/>
          </ac:spMkLst>
        </pc:spChg>
      </pc:sldChg>
    </pc:docChg>
  </pc:docChgLst>
</pc:chgInfo>
</file>

<file path=ppt/comments/modernComment_11C_4BD3A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6213D1-8CC9-4297-ACE1-CB807FE76F1D}" authorId="{B642114D-C3D1-4343-8595-51C660C8C236}" created="2024-06-15T02:45:13.4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3" creationId="{72BF38D7-0601-861D-DEAE-8AE173ECAD26}"/>
      <ac:txMk cp="235">
        <ac:context len="347" hash="3132144881"/>
      </ac:txMk>
    </ac:txMkLst>
    <p188:pos x="6987396" y="3464943"/>
    <p188:replyLst>
      <p188:reply id="{B48650FF-E366-4C56-BE32-87C32480ADF5}" authorId="{D7DDA2D3-132B-E629-30EC-91EB14D8FD5E}" created="2024-06-21T11:54:25.157">
        <p188:txBody>
          <a:bodyPr/>
          <a:lstStyle/>
          <a:p>
            <a:r>
              <a:rPr lang="en-US"/>
              <a:t>added a slide after this</a:t>
            </a:r>
          </a:p>
        </p188:txBody>
      </p188:reply>
    </p188:replyLst>
    <p188:txBody>
      <a:bodyPr/>
      <a:lstStyle/>
      <a:p>
        <a:r>
          <a:rPr lang="en-US"/>
          <a:t>It might be good to have a separate data sets slide to give space for a couple of bullets saying why we used the generated sets</a:t>
        </a:r>
      </a:p>
    </p188:txBody>
  </p188:cm>
  <p188:cm id="{47CBD4C6-5E74-4529-AFDC-418259BE5E0C}" authorId="{B642114D-C3D1-4343-8595-51C660C8C236}" created="2024-06-19T19:21:02.6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2" creationId="{CD489CD6-15C2-12D1-05AE-23B60F464858}"/>
      <ac:txMk cp="0" len="10">
        <ac:context len="34" hash="2789843669"/>
      </ac:txMk>
    </ac:txMkLst>
    <p188:pos x="2674188" y="862641"/>
    <p188:replyLst>
      <p188:reply id="{FDBBAFF2-AAAD-4016-BC61-99686BAE4EE8}" authorId="{D7DDA2D3-132B-E629-30EC-91EB14D8FD5E}" created="2024-06-21T11:52:03.965">
        <p188:txBody>
          <a:bodyPr/>
          <a:lstStyle/>
          <a:p>
            <a:r>
              <a:rPr lang="en-US"/>
              <a:t>Added a slide before this</a:t>
            </a:r>
          </a:p>
        </p188:txBody>
      </p188:reply>
    </p188:replyLst>
    <p188:txBody>
      <a:bodyPr/>
      <a:lstStyle/>
      <a:p>
        <a:r>
          <a:rPr lang="en-US"/>
          <a:t>At the start of the evaluation section, could you add a slide listing the hypotheses/experimental questions?</a:t>
        </a:r>
      </a:p>
    </p188:txBody>
  </p188:cm>
</p188:cmLst>
</file>

<file path=ppt/comments/modernComment_11E_F9B9C9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E055F7-913E-4FF0-87D9-2908B6FB9C9B}" authorId="{B642114D-C3D1-4343-8595-51C660C8C236}" created="2024-06-15T02:49:01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9702568" sldId="286"/>
      <ac:spMk id="3" creationId="{CA48DD96-8FAD-0753-B659-E0A67368D194}"/>
    </ac:deMkLst>
    <p188:replyLst>
      <p188:reply id="{1D7E82B9-F265-4D8F-80F4-215046EB16F8}" authorId="{D7DDA2D3-132B-E629-30EC-91EB14D8FD5E}" created="2024-06-21T15:46:25.868">
        <p188:txBody>
          <a:bodyPr/>
          <a:lstStyle/>
          <a:p>
            <a:r>
              <a:rPr lang="en-US"/>
              <a:t>I updated this. but I am not sure how to better explain this in fewer words. Basically, NN-kNN uses cases, which provides a starting point for the model to learn, which is why I say it's case base knowledge. </a:t>
            </a:r>
          </a:p>
        </p188:txBody>
      </p188:reply>
      <p188:reply id="{AC851C75-976E-4933-8427-3B5E3D59FC2C}" authorId="{D7DDA2D3-132B-E629-30EC-91EB14D8FD5E}" created="2024-06-21T15:54:14.681">
        <p188:txBody>
          <a:bodyPr/>
          <a:lstStyle/>
          <a:p>
            <a:r>
              <a:rPr lang="en-US"/>
              <a:t>I added a slide later. maybe we can make this slide briefer</a:t>
            </a:r>
          </a:p>
        </p188:txBody>
      </p188:reply>
    </p188:replyLst>
    <p188:txBody>
      <a:bodyPr/>
      <a:lstStyle/>
      <a:p>
        <a:r>
          <a:rPr lang="en-US"/>
          <a:t>I like this point but it isn't obvious to me why this would be expected to cause better performance.   If there's a simple explanation that would be great, and otherwise we could make this into a separate bullet of its own</a:t>
        </a:r>
      </a:p>
    </p188:txBody>
  </p188:cm>
</p188:cmLst>
</file>

<file path=ppt/comments/modernComment_115_4E9DB7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BDAA9-30DD-49FE-9E51-981AC49D93BE}" authorId="{B642114D-C3D1-4343-8595-51C660C8C236}" created="2024-06-15T02:34:55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8958884" sldId="277"/>
      <ac:spMk id="3" creationId="{A6CBBF7C-0D01-AA6B-FF12-DF969E8ABBF3}"/>
      <ac:txMk cp="176">
        <ac:context len="293" hash="2354809770"/>
      </ac:txMk>
    </ac:txMkLst>
    <p188:pos x="6829245" y="1912188"/>
    <p188:replyLst>
      <p188:reply id="{F7AB9E85-04E4-4F0F-BCE4-1DED5EBE8509}" authorId="{D7DDA2D3-132B-E629-30EC-91EB14D8FD5E}" created="2024-06-21T11:29:01.633">
        <p188:txBody>
          <a:bodyPr/>
          <a:lstStyle/>
          <a:p>
            <a:r>
              <a:rPr lang="en-US"/>
              <a:t>corrected</a:t>
            </a:r>
          </a:p>
        </p188:txBody>
      </p188:reply>
    </p188:replyLst>
    <p188:txBody>
      <a:bodyPr/>
      <a:lstStyle/>
      <a:p>
        <a:r>
          <a:rPr lang="en-US"/>
          <a:t>Would it be correct to say "is just the inverse of"? (otherwise maybe we could say something like "intuitively reverses case difference")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7414 13548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0,2 2 0 0 0,-1-1 0 0 0,-1-1 0 0 0,-1-1 0 0 0,-2-2 0 0 0,-1 4 0 0 0,0 1 0 0 0,-1-1 0 0 0,0-1 0 0 0,-1-2 0 0 0,6 4 0 0 0,1 1 0 0 0,0-2 0 0 0,-1 4 0 0 0,-1 0 0 0 0,-2-2 0 0 0,-1 3 0 0 0,0 4 0 0 0,-1 0 0 0 0,0 2 0 0 0,-1 4 0 0 0,1-3 0 0 0,0 1 0 0 0,5 3 0 0 0,1-4 0 0 0,5 2 0 0 0,1-4 0 0 0,-2 1 0 0 0,-3-3 0 0 0,3 1 0 0 0,-1-1 0 0 0,3 1 0 0 0,0-2 0 0 0,3 3 0 0 0,-2 2 0 0 0,-2-1 0 0 0,1 1 0 0 0,-1 3 0 0 0,2 2 0 0 0,0-2 0 0 0,1 0 0 0 0,0-4 0 0 0,1 0 0 0 0,4 3 0 0 0,-2-3 0 0 0,1 1 0 0 0,-2-2 0 0 0,1 0 0 0 0,2 3 0 0 0,-1 3 0 0 0,0 3 0 0 0,3 2 0 0 0,2 1 0 0 0,-2-4 0 0 0,-1-1 0 0 0,2 1 0 0 0,2 0 0 0 0,2 2 0 0 0,1 1 0 0 0,-3-4 0 0 0,-2-1 0 0 0,1 1 0 0 0,1 1 0 0 0,-3 2 0 0 0,0 1 0 0 0,1 1 0 0 0,1 0 0 0 0,3 1 0 0 0,1 1 0 0 0,1-1 0 0 0,1 0 0 0 0,0 0 0 0 0,0 1 0 0 0,1-1 0 0 0,-1 0 0 0 0,0 0 0 0 0,0 0 0 0 0,0 0 0 0 0,0 0 0 0 0,0 0 0 0 0,0 0 0 0 0,0 0 0 0 0,0 0 0 0 0,0 0 0 0 0,0 0 0 0 0,0 0 0 0 0,0 5 0 0 0,0 1 0 0 0,5 0 0 0 0,2-1 0 0 0,-1-1 0 0 0,-1-2 0 0 0,-1-1 0 0 0,-2 0 0 0 0,4-1 0 0 0,1 0 0 0 0,-1-1 0 0 0,4-4 0 0 0,0-2 0 0 0,-2 1 0 0 0,-2 1 0 0 0,3-4 0 0 0,0 0 0 0 0,3 2 0 0 0,0 2 0 0 0,-3 1 0 0 0,3-3 0 0 0,-1 0 0 0 0,-3 0 0 0 0,3-3 0 0 0,0 1 0 0 0,-3 0 0 0 0,2 4 0 0 0,5 1 0 0 0,0 2 0 0 0,-3 1 0 0 0,1-4 0 0 0,-1-2 0 0 0,3-3 0 0 0,-3-2 0 0 0,-2 3 0 0 0,2-3 0 0 0,-1 1 0 0 0,2-3 0 0 0,-1 1 0 0 0,3-2 0 0 0,-2 2 0 0 0,3-3 0 0 0,-3 2 0 0 0,-2 4 0 0 0,1-2 0 0 0,4-4 0 0 0,-1 1 0 0 0,2-2 0 0 0,-2 2 0 0 0,1-1 0 0 0,-1 1 0 0 0,0 4 0 0 0,4-1 0 0 0,3 1 0 0 0,3-2 0 0 0,-3 1 0 0 0,0-3 0 0 0,-4 2 0 0 0,0-2 0 0 0,1 1 0 0 0,4-1 0 0 0,1 1 0 0 0,3-1 0 0 0,1 1 0 0 0,1-2 0 0 0,-5 3 0 0 0,-1-3 0 0 0,-5 3 0 0 0,0-3 0 0 0,2-2 0 0 0,1 1 0 0 0,4-1 0 0 0,-4 2 0 0 0,0-1 0 0 0,2-2 0 0 0,1 1 0 0 0,2 0 0 0 0,1 2 0 0 0,1 0 0 0 0,-4 1 0 0 0,-1 0 0 0 0,0 1 0 0 0,1-1 0 0 0,2-4 0 0 0,-4 3 0 0 0,0-3 0 0 0,0-1 0 0 0,-3 1 0 0 0,0 0 0 0 0,-3 3 0 0 0,0-1 0 0 0,3-2 0 0 0,3 2 0 0 0,3-1 0 0 0,1-3 0 0 0,-3 3 0 0 0,0-1 0 0 0,0-2 0 0 0,1-2 0 0 0,-2 2 0 0 0,-2 1 0 0 0,-3 2 0 0 0,0 1 0 0 0,2-3 0 0 0,3-2 0 0 0,3 3 0 0 0,2-2 0 0 0,1 0 0 0 0,0-3 0 0 0,-3 3 0 0 0,-2 0 0 0 0,0-1 0 0 0,1-2 0 0 0,2 3 0 0 0,1 1 0 0 0,1-2 0 0 0,-4 3 0 0 0,-2 0 0 0 0,1-2 0 0 0,1-2 0 0 0,2-2 0 0 0,1-2 0 0 0,-4 3 0 0 0,-1 2 0 0 0,1-1 0 0 0,1-1 0 0 0,2-2 0 0 0,1-1 0 0 0,1 4 0 0 0,0 0 0 0 0,1 1 0 0 0,1-3 0 0 0,-1 0 0 0 0,0-2 0 0 0,-4 4 0 0 0,-3 0 0 0 0,1 1 0 0 0,-4 2 0 0 0,0 1 0 0 0,1-2 0 0 0,3-2 0 0 0,2-2 0 0 0,2-1 0 0 0,1-3 0 0 0,1 1 0 0 0,0-2 0 0 0,0 1 0 0 0,1 0 0 0 0,-1-1 0 0 0,0 1 0 0 0,1 0 0 0 0,-1 0 0 0 0,0 0 0 0 0,0 0 0 0 0,0 0 0 0 0,0 0 0 0 0,0 0 0 0 0,0 0 0 0 0,0 0 0 0 0,-5-5 0 0 0,-2-2 0 0 0,1 1 0 0 0,1 1 0 0 0,-4-4 0 0 0,0 1 0 0 0,2 0 0 0 0,2 3 0 0 0,-4-4 0 0 0,0 1 0 0 0,2 0 0 0 0,-3-2 0 0 0,-5-5 0 0 0,1 1 0 0 0,1 2 0 0 0,0-2 0 0 0,1 2 0 0 0,-3-3 0 0 0,2 3 0 0 0,-1-3 0 0 0,0 1 0 0 0,-1-1 0 0 0,1 1 0 0 0,-1-1 0 0 0,1 1 0 0 0,-1-1 0 0 0,1 1 0 0 0,-2-1 0 0 0,-2-4 0 0 0,1 2 0 0 0,4-1 0 0 0,-2-3 0 0 0,3-2 0 0 0,-2-3 0 0 0,2-1 0 0 0,-3-2 0 0 0,2 5 0 0 0,-2 1 0 0 0,-4 0 0 0 0,2 4 0 0 0,-1-1 0 0 0,2 0 0 0 0,-1-3 0 0 0,-2-2 0 0 0,1 3 0 0 0,0 0 0 0 0,-3 0 0 0 0,3 2 0 0 0,-1 1 0 0 0,-2-2 0 0 0,-2-2 0 0 0,2 3 0 0 0,1-1 0 0 0,-2 0 0 0 0,2 2 0 0 0,1 0 0 0 0,-2-2 0 0 0,-2-3 0 0 0,3 4 0 0 0,-1 0 0 0 0,-1-2 0 0 0,-2-2 0 0 0,4-2 0 0 0,-1-1 0 0 0,-1-1 0 0 0,-2-1 0 0 0,-1 0 0 0 0,2 4 0 0 0,2 2 0 0 0,3 0 0 0 0,0-1 0 0 0,-1-1 0 0 0,-3-2 0 0 0,-3-1 0 0 0,-1-1 0 0 0,3 5 0 0 0,0 2 0 0 0,0-1 0 0 0,-1-2 0 0 0,-2 0 0 0 0,-1-2 0 0 0,-1-1 0 0 0,-1-1 0 0 0,5 5 0 0 0,1 2 0 0 0,0-1 0 0 0,-1-2 0 0 0,-2 0 0 0 0,-1-2 0 0 0,-1-1 0 0 0,0-1 0 0 0,-1 0 0 0 0,0 0 0 0 0,-1 0 0 0 0,1 0 0 0 0,0-1 0 0 0,0 1 0 0 0,0 0 0 0 0,0 0 0 0 0,0 0 0 0 0,0 0 0 0 0,0 0 0 0 0,0 0 0 0 0,0 0 0 0 0,0 0 0 0 0,0 0 0 0 0,0 0 0 0 0,0 0 0 0 0,0 0 0 0 0,0 0 0 0 0,0 0 0 0 0,0 0 0 0 0,0 0 0 0 0,0 0 0 0 0,-5 0 0 0 0,-2 0 0 0 0,1 0 0 0 0,1 0 0 0 0,1 0 0 0 0,2 0 0 0 0,-4 5 0 0 0,-1 2 0 0 0,1-1 0 0 0,-4-1 0 0 0,0-1 0 0 0,2-2 0 0 0,-3-1 0 0 0,1 0 0 0 0,1-1 0 0 0,3-1 0 0 0,-3 6 0 0 0,1 1 0 0 0,1 0 0 0 0,-3 4 0 0 0,0 0 0 0 0,-3 4 0 0 0,1-2 0 0 0,2-1 0 0 0,3-4 0 0 0,-2 3 0 0 0,0-1 0 0 0,2-2 0 0 0,1-2 0 0 0,-2 3 0 0 0,0 0 0 0 0,1-1 0 0 0,-3 3 0 0 0,0 0 0 0 0,-3 3 0 0 0,1-1 0 0 0,-3-2 0 0 0,1-3 0 0 0,4-2 0 0 0,-3 2 0 0 0,2 0 0 0 0,3 0 0 0 0,-3-3 0 0 0,1-1 0 0 0,-3 4 0 0 0,-4 0 0 0 0,-4 0 0 0 0,1-2 0 0 0,0 3 0 0 0,3 0 0 0 0,-1 4 0 0 0,3 0 0 0 0,-1 3 0 0 0,-3-2 0 0 0,2-2 0 0 0,-1 2 0 0 0,-2-2 0 0 0,-3 2 0 0 0,-3 0 0 0 0,-1 1 0 0 0,3 0 0 0 0,2-4 0 0 0,-1 2 0 0 0,-2 4 0 0 0,4-1 0 0 0,1 2 0 0 0,-2 3 0 0 0,-2 3 0 0 0,4-2 0 0 0,-1-1 0 0 0,-1 3 0 0 0,4-4 0 0 0,-2 0 0 0 0,0 3 0 0 0,1-4 0 0 0,1 1 0 0 0,-3 2 0 0 0,-2 2 0 0 0,-2 2 0 0 0,2-3 0 0 0,2 0 0 0 0,-2 0 0 0 0,-1 3 0 0 0,-2 1 0 0 0,-1 1 0 0 0,-2 1 0 0 0,6-4 0 0 0,0-2 0 0 0,0 2 0 0 0,-1 0 0 0 0,-2 1 0 0 0,-1 2 0 0 0,-1 1 0 0 0,-1 1 0 0 0,0 0 0 0 0,0 0 0 0 0,0 1 0 0 0,0-1 0 0 0,0 0 0 0 0,-1 0 0 0 0,1 0 0 0 0,0 0 0 0 0,0 0 0 0 0,5 5 0 0 0,2 2 0 0 0,-1-1 0 0 0,-1-1 0 0 0,4 4 0 0 0,-1-1 0 0 0,5 5 0 0 0,-1-1 0 0 0,-2-2 0 0 0,2 2 0 0 0,-1-1 0 0 0,-3-3 0 0 0,3 3 0 0 0,0 0 0 0 0,2 2 0 0 0,4 4 0 0 0,-1-1 0 0 0,-3-3 0 0 0,2 1 0 0 0,-3-1 0 0 0,2 1 0 0 0,-1-1 0 0 0,-3-3 0 0 0,1 1 0 0 0,0 0 0 0 0,2 2 0 0 0,4-1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11503 6482 16383 0 0,'-5'0'0'0'0,"-7"0"0"0"0,-1 5 0 0 0,-3 2 0 0 0,-4-1 0 0 0,1 4 0 0 0,0 0 0 0 0,-3-1 0 0 0,-2-3 0 0 0,-2-2 0 0 0,3 3 0 0 0,1 1 0 0 0,0-2 0 0 0,-3-1 0 0 0,-1-2 0 0 0,-1 4 0 0 0,-1 0 0 0 0,-1 0 0 0 0,0-3 0 0 0,0 0 0 0 0,5 2 0 0 0,1 2 0 0 0,0-2 0 0 0,-1-1 0 0 0,-2-1 0 0 0,0-2 0 0 0,-2-2 0 0 0,-1 1 0 0 0,5 4 0 0 0,2 1 0 0 0,-2 0 0 0 0,0-2 0 0 0,-1 5 0 0 0,-2-1 0 0 0,-1 0 0 0 0,-1-3 0 0 0,0-1 0 0 0,0-2 0 0 0,0-1 0 0 0,0 4 0 0 0,-1 1 0 0 0,1 0 0 0 0,0-1 0 0 0,0-2 0 0 0,0-1 0 0 0,0-1 0 0 0,0-1 0 0 0,0 0 0 0 0,0 0 0 0 0,0 0 0 0 0,0 0 0 0 0,0 0 0 0 0,0-1 0 0 0,0 1 0 0 0,0 0 0 0 0,0 0 0 0 0,0 0 0 0 0,0 0 0 0 0,0 0 0 0 0,0 5 0 0 0,0 2 0 0 0,0-1 0 0 0,0-1 0 0 0,0-1 0 0 0,0-2 0 0 0,0-1 0 0 0,0-1 0 0 0,0 1 0 0 0,0-2 0 0 0,0 1 0 0 0,0 0 0 0 0,0 0 0 0 0,0-1 0 0 0,0 1 0 0 0,0 0 0 0 0,0 0 0 0 0,0 0 0 0 0,0 0 0 0 0,0 0 0 0 0,0 0 0 0 0,0 0 0 0 0,0 0 0 0 0,0 0 0 0 0,5 5 0 0 0,2 2 0 0 0,-1-1 0 0 0,-1-1 0 0 0,-1-1 0 0 0,3 3 0 0 0,1 1 0 0 0,-2-2 0 0 0,-1-1 0 0 0,-1-1 0 0 0,-2-2 0 0 0,3 3 0 0 0,2 2 0 0 0,-1-1 0 0 0,-1-1 0 0 0,-2-2 0 0 0,4 4 0 0 0,1 1 0 0 0,-2-2 0 0 0,-1-1 0 0 0,4 4 0 0 0,4 4 0 0 0,1 1 0 0 0,-3-3 0 0 0,-2 3 0 0 0,-4-2 0 0 0,-2 2 0 0 0,-1-1 0 0 0,3 2 0 0 0,6 3 0 0 0,1-1 0 0 0,-1-3 0 0 0,2 0 0 0 0,-1-2 0 0 0,3 2 0 0 0,-2-1 0 0 0,2 2 0 0 0,3 3 0 0 0,-1-1 0 0 0,-3-4 0 0 0,0 1 0 0 0,3 3 0 0 0,-1-1 0 0 0,1 1 0 0 0,3 3 0 0 0,-2-2 0 0 0,1 1 0 0 0,2 2 0 0 0,-2-2 0 0 0,0 0 0 0 0,-3 2 0 0 0,1 2 0 0 0,2 2 0 0 0,-2-2 0 0 0,1-2 0 0 0,3 2 0 0 0,2 1 0 0 0,2 2 0 0 0,2 1 0 0 0,2 2 0 0 0,0-1 0 0 0,-5 2 0 0 0,-1-1 0 0 0,1 0 0 0 0,0 0 0 0 0,2 1 0 0 0,0-1 0 0 0,2 0 0 0 0,1 0 0 0 0,0 0 0 0 0,0 0 0 0 0,0 0 0 0 0,1 0 0 0 0,-1 0 0 0 0,0 0 0 0 0,0 0 0 0 0,0 0 0 0 0,0 0 0 0 0,0 0 0 0 0,0 0 0 0 0,0 0 0 0 0,0 0 0 0 0,0 0 0 0 0,0 0 0 0 0,0 0 0 0 0,0 0 0 0 0,0 0 0 0 0,5-5 0 0 0,2-2 0 0 0,-1 1 0 0 0,-1 1 0 0 0,-2 1 0 0 0,0 2 0 0 0,3-4 0 0 0,1-1 0 0 0,-1 1 0 0 0,4-4 0 0 0,0 0 0 0 0,-2 2 0 0 0,-2 2 0 0 0,3-3 0 0 0,-1 0 0 0 0,0 2 0 0 0,2-3 0 0 0,0 0 0 0 0,-2 2 0 0 0,-2 2 0 0 0,2-2 0 0 0,6-6 0 0 0,-1 0 0 0 0,-1 3 0 0 0,1-2 0 0 0,-1 1 0 0 0,-3 3 0 0 0,2-3 0 0 0,0 2 0 0 0,2 2 0 0 0,4-3 0 0 0,-1 1 0 0 0,-3 2 0 0 0,1-2 0 0 0,-1 0 0 0 0,1-3 0 0 0,-1 0 0 0 0,1-1 0 0 0,5-5 0 0 0,-3 2 0 0 0,3 3 0 0 0,1 0 0 0 0,-1 2 0 0 0,0-3 0 0 0,2-2 0 0 0,-2 0 0 0 0,0 0 0 0 0,-3 1 0 0 0,0-1 0 0 0,-1 3 0 0 0,0-2 0 0 0,4-3 0 0 0,2 2 0 0 0,4-1 0 0 0,2 3 0 0 0,1-2 0 0 0,1-2 0 0 0,-4 1 0 0 0,-2 0 0 0 0,0-3 0 0 0,-4 3 0 0 0,1-1 0 0 0,0-2 0 0 0,-2 3 0 0 0,1-1 0 0 0,1-2 0 0 0,-2 3 0 0 0,1-1 0 0 0,2-2 0 0 0,2-2 0 0 0,2-3 0 0 0,-3 4 0 0 0,0 0 0 0 0,1 0 0 0 0,1-3 0 0 0,2-1 0 0 0,-4 4 0 0 0,0 1 0 0 0,0-2 0 0 0,-2 4 0 0 0,-1 0 0 0 0,2-2 0 0 0,2-2 0 0 0,2-2 0 0 0,-3 3 0 0 0,-1 0 0 0 0,2 0 0 0 0,1-3 0 0 0,2-1 0 0 0,-4 4 0 0 0,0 1 0 0 0,0-2 0 0 0,2-1 0 0 0,2-2 0 0 0,1-1 0 0 0,-4 4 0 0 0,0 1 0 0 0,-1-1 0 0 0,-2 4 0 0 0,-1-1 0 0 0,2 0 0 0 0,2-3 0 0 0,2-3 0 0 0,2 0 0 0 0,1-2 0 0 0,1-1 0 0 0,-5 4 0 0 0,4 3 0 0 0,1-2 0 0 0,2 0 0 0 0,0-2 0 0 0,-1-1 0 0 0,-5 4 0 0 0,-1 1 0 0 0,-1 0 0 0 0,1-2 0 0 0,1-2 0 0 0,2-1 0 0 0,1-1 0 0 0,0-1 0 0 0,1 0 0 0 0,0 0 0 0 0,1 0 0 0 0,-6 4 0 0 0,-1 3 0 0 0,0-1 0 0 0,1-1 0 0 0,1-2 0 0 0,2-1 0 0 0,1 0 0 0 0,0-2 0 0 0,1 0 0 0 0,0 0 0 0 0,-4 4 0 0 0,-3 3 0 0 0,1-1 0 0 0,1-1 0 0 0,2-2 0 0 0,1-1 0 0 0,1 0 0 0 0,0-2 0 0 0,1 0 0 0 0,0 0 0 0 0,1 0 0 0 0,-1-1 0 0 0,0 1 0 0 0,0 0 0 0 0,0 0 0 0 0,0 0 0 0 0,0 0 0 0 0,0 0 0 0 0,0 0 0 0 0,0 0 0 0 0,0 0 0 0 0,0 0 0 0 0,0 0 0 0 0,0 0 0 0 0,0 0 0 0 0,0 0 0 0 0,0 0 0 0 0,0 0 0 0 0,0 0 0 0 0,0 0 0 0 0,0 0 0 0 0,0 0 0 0 0,0 0 0 0 0,0 0 0 0 0,0 0 0 0 0,0 0 0 0 0,0 0 0 0 0,0-5 0 0 0,0-2 0 0 0,0 1 0 0 0,0 1 0 0 0,0 1 0 0 0,0 2 0 0 0,0 1 0 0 0,0 1 0 0 0,0 0 0 0 0,0-5 0 0 0,0-1 0 0 0,0 0 0 0 0,0 1 0 0 0,0 1 0 0 0,0 2 0 0 0,0 1 0 0 0,0 1 0 0 0,0 0 0 0 0,0 0 0 0 0,-5-5 0 0 0,-1-1 0 0 0,-1 0 0 0 0,2 1 0 0 0,2 1 0 0 0,1 2 0 0 0,-5-4 0 0 0,0-1 0 0 0,1 1 0 0 0,-4-4 0 0 0,0 0 0 0 0,2 2 0 0 0,2 2 0 0 0,-3-3 0 0 0,1 0 0 0 0,1 2 0 0 0,1 2 0 0 0,3 2 0 0 0,-4-4 0 0 0,0 0 0 0 0,1 0 0 0 0,-4-2 0 0 0,0-1 0 0 0,2 2 0 0 0,-3-3 0 0 0,1 1 0 0 0,1 1 0 0 0,3 3 0 0 0,-2-2 0 0 0,-1-1 0 0 0,2 2 0 0 0,2-3 0 0 0,2 0 0 0 0,1 2 0 0 0,-4-3 0 0 0,0 1 0 0 0,-5-3 0 0 0,0 1 0 0 0,-4-3 0 0 0,2 1 0 0 0,2 4 0 0 0,-2-3 0 0 0,-3-2 0 0 0,1-1 0 0 0,-2 0 0 0 0,-3-4 0 0 0,2 1 0 0 0,-1 0 0 0 0,-3-2 0 0 0,4 3 0 0 0,-1-2 0 0 0,-2-1 0 0 0,2 3 0 0 0,0-1 0 0 0,-2-2 0 0 0,3 3 0 0 0,-1-1 0 0 0,-2-2 0 0 0,-2-2 0 0 0,3 3 0 0 0,-1-1 0 0 0,-1-1 0 0 0,-2-2 0 0 0,-2-2 0 0 0,-1-1 0 0 0,4 4 0 0 0,5 5 0 0 0,2 2 0 0 0,-2-2 0 0 0,-3-3 0 0 0,-2-2 0 0 0,2 2 0 0 0,0 0 0 0 0,-2-2 0 0 0,-1-1 0 0 0,-2-2 0 0 0,4-1 0 0 0,0-1 0 0 0,0-1 0 0 0,-3 0 0 0 0,0-1 0 0 0,-2 1 0 0 0,-2 0 0 0 0,6 4 0 0 0,0 3 0 0 0,0-1 0 0 0,4 4 0 0 0,0 0 0 0 0,-2-1 0 0 0,-2-3 0 0 0,-2-2 0 0 0,-2-2 0 0 0,-1-1 0 0 0,-1-1 0 0 0,0 0 0 0 0,0 0 0 0 0,-1-1 0 0 0,1 1 0 0 0,-1 0 0 0 0,1-1 0 0 0,0 1 0 0 0,-5 5 0 0 0,-1 2 0 0 0,-6-1 0 0 0,1-1 0 0 0,1-1 0 0 0,-2 3 0 0 0,1 1 0 0 0,2-2 0 0 0,-3 4 0 0 0,-3 5 0 0 0,0 0 0 0 0,3-3 0 0 0,-1 2 0 0 0,1-2 0 0 0,-2 3 0 0 0,1-3 0 0 0,-2 3 0 0 0,-3-1 0 0 0,1-4 0 0 0,-1 2 0 0 0,2-1 0 0 0,-1 2 0 0 0,3 0 0 0 0,3-4 0 0 0,-1 3 0 0 0,1-1 0 0 0,-2 2 0 0 0,1-1 0 0 0,-3 3 0 0 0,2-2 0 0 0,-2 3 0 0 0,1-3 0 0 0,-1 3 0 0 0,1-2 0 0 0,-2 1 0 0 0,3-1 0 0 0,-3 1 0 0 0,-2-1 0 0 0,-4 2 0 0 0,2-3 0 0 0,-1 3 0 0 0,4-3 0 0 0,0 3 0 0 0,2-3 0 0 0,-1 3 0 0 0,2-3 0 0 0,-1 3 0 0 0,-3 2 0 0 0,-4 4 0 0 0,3-2 0 0 0,-2 0 0 0 0,4-2 0 0 0,0-1 0 0 0,2-2 0 0 0,-1 1 0 0 0,-2 2 0 0 0,1-1 0 0 0,-1 1 0 0 0,-3 3 0 0 0,3-3 0 0 0,-1 1 0 0 0,-2 2 0 0 0,3-3 0 0 0,-1 1 0 0 0,3-3 0 0 0,-1 1 0 0 0,-2 2 0 0 0,2-2 0 0 0,-1 1 0 0 0,-3 3 0 0 0,-2 2 0 0 0,2-3 0 0 0,1 1 0 0 0,-2 1 0 0 0,-2 2 0 0 0,3-3 0 0 0,0-5 0 0 0,-1-1 0 0 0,-2 3 0 0 0,-1 3 0 0 0,2-3 0 0 0,2 2 0 0 0,-2 1 0 0 0,4-2 0 0 0,0 0 0 0 0,-2 2 0 0 0,-2 2 0 0 0,3-2 0 0 0,-1 0 0 0 0,-1 1 0 0 0,3-3 0 0 0,0 0 0 0 0,-2 2 0 0 0,-2 2 0 0 0,3-3 0 0 0,-1 1 0 0 0,-1 1 0 0 0,-1 1 0 0 0,-3 3 0 0 0,4-4 0 0 0,0 0 0 0 0,-1 1 0 0 0,-1 1 0 0 0,-2 2 0 0 0,4-4 0 0 0,1 0 0 0 0,-2 0 0 0 0,-1 2 0 0 0,3-3 0 0 0,1-1 0 0 0,-2 2 0 0 0,-2 2 0 0 0,-1 2 0 0 0,-2 1 0 0 0,3-4 0 0 0,2-1 0 0 0,-1 1 0 0 0,-1 1 0 0 0,-2 2 0 0 0,-1 1 0 0 0,-1 1 0 0 0,-1 1 0 0 0,5-5 0 0 0,1-1 0 0 0,0 0 0 0 0,-1 1 0 0 0,-1 2 0 0 0,-2 1 0 0 0,-1 0 0 0 0,-1 2 0 0 0,0 0 0 0 0,0 0 0 0 0,0 1 0 0 0,-1-1 0 0 0,1 0 0 0 0,0 0 0 0 0,0 0 0 0 0,0 0 0 0 0,0 0 0 0 0,0 0 0 0 0,5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11316 13869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0,5 5 0 0 0,2 2 0 0 0,-1-1 0 0 0,-1-1 0 0 0,-1-1 0 0 0,-2-2 0 0 0,-1-1 0 0 0,0 0 0 0 0,-1-1 0 0 0,-1-1 0 0 0,1 1 0 0 0,0 0 0 0 0,0 0 0 0 0,4 4 0 0 0,3 3 0 0 0,-1-1 0 0 0,-1-1 0 0 0,-1-1 0 0 0,3 3 0 0 0,1 1 0 0 0,-2-2 0 0 0,-1-1 0 0 0,-1-1 0 0 0,-2-2 0 0 0,4 4 0 0 0,0 0 0 0 0,1 0 0 0 0,-3-1 0 0 0,0-2 0 0 0,-2-1 0 0 0,3 4 0 0 0,2 1 0 0 0,-1-1 0 0 0,-1-1 0 0 0,-1-2 0 0 0,-2-1 0 0 0,3 4 0 0 0,2 1 0 0 0,0-1 0 0 0,2 4 0 0 0,1 0 0 0 0,-2-2 0 0 0,-2-2 0 0 0,-2 3 0 0 0,-2 0 0 0 0,-1-2 0 0 0,0-2 0 0 0,3 3 0 0 0,2 1 0 0 0,0-2 0 0 0,-1-2 0 0 0,-2 3 0 0 0,-1 1 0 0 0,4 3 0 0 0,1-1 0 0 0,0-1 0 0 0,-3-3 0 0 0,0 2 0 0 0,-2 0 0 0 0,-1-2 0 0 0,-1-2 0 0 0,5 4 0 0 0,1-1 0 0 0,0-1 0 0 0,4 3 0 0 0,0 0 0 0 0,-2-2 0 0 0,-2-2 0 0 0,3 2 0 0 0,0 1 0 0 0,3 3 0 0 0,0 0 0 0 0,-3-3 0 0 0,-2-2 0 0 0,3 2 0 0 0,-1 0 0 0 0,-2-2 0 0 0,3 3 0 0 0,0 0 0 0 0,-2-2 0 0 0,-3-2 0 0 0,4 2 0 0 0,4 6 0 0 0,1-1 0 0 0,2 4 0 0 0,-1-2 0 0 0,-3-4 0 0 0,1 2 0 0 0,3 4 0 0 0,4 3 0 0 0,-1-2 0 0 0,1 2 0 0 0,-4-3 0 0 0,2 0 0 0 0,2 3 0 0 0,2 3 0 0 0,3 2 0 0 0,-3 1 0 0 0,0 3 0 0 0,0 0 0 0 0,3 0 0 0 0,1 1 0 0 0,1-1 0 0 0,1 0 0 0 0,1 1 0 0 0,0-1 0 0 0,0 0 0 0 0,1 0 0 0 0,-1 0 0 0 0,0 0 0 0 0,0 0 0 0 0,0 0 0 0 0,0 0 0 0 0,0 0 0 0 0,5-5 0 0 0,2-2 0 0 0,-1 1 0 0 0,-1 1 0 0 0,-1 1 0 0 0,3-3 0 0 0,1 0 0 0 0,-2 0 0 0 0,-1 2 0 0 0,4-4 0 0 0,-1 1 0 0 0,4-4 0 0 0,0 0 0 0 0,-2 2 0 0 0,2 3 0 0 0,-1 3 0 0 0,2 2 0 0 0,0 1 0 0 0,-3 0 0 0 0,2-3 0 0 0,-1-2 0 0 0,2-5 0 0 0,-1 0 0 0 0,-2 1 0 0 0,2-2 0 0 0,-1 1 0 0 0,2 2 0 0 0,-1 3 0 0 0,3-3 0 0 0,-2 1 0 0 0,-2 1 0 0 0,1-3 0 0 0,-1 0 0 0 0,2-3 0 0 0,-1 1 0 0 0,3-3 0 0 0,-2 1 0 0 0,-2 4 0 0 0,1-3 0 0 0,-1 2 0 0 0,-3 3 0 0 0,3-3 0 0 0,4-4 0 0 0,-1 1 0 0 0,3-3 0 0 0,-2 2 0 0 0,-3 3 0 0 0,1-1 0 0 0,-2 2 0 0 0,3-2 0 0 0,-2 0 0 0 0,2-1 0 0 0,0 0 0 0 0,-4 4 0 0 0,2-2 0 0 0,-1 1 0 0 0,2-2 0 0 0,-1 1 0 0 0,3-3 0 0 0,3-3 0 0 0,-1 1 0 0 0,-3 3 0 0 0,0 0 0 0 0,-2 2 0 0 0,2-2 0 0 0,4 1 0 0 0,3-2 0 0 0,-1 2 0 0 0,0-2 0 0 0,-3 1 0 0 0,1-1 0 0 0,1 1 0 0 0,4-1 0 0 0,2-4 0 0 0,-3 2 0 0 0,-1-1 0 0 0,2-3 0 0 0,-4 3 0 0 0,1-1 0 0 0,-4 2 0 0 0,0 1 0 0 0,3-4 0 0 0,3 3 0 0 0,3-1 0 0 0,1-3 0 0 0,2 3 0 0 0,1-1 0 0 0,1-2 0 0 0,-1-2 0 0 0,-4 2 0 0 0,-2 1 0 0 0,0-2 0 0 0,1 3 0 0 0,2-1 0 0 0,0 0 0 0 0,2-4 0 0 0,1-1 0 0 0,0-2 0 0 0,-5 4 0 0 0,-1 0 0 0 0,0 0 0 0 0,1-1 0 0 0,1-2 0 0 0,2-1 0 0 0,1-1 0 0 0,1-1 0 0 0,0 0 0 0 0,-5 5 0 0 0,-1 1 0 0 0,0 0 0 0 0,1-1 0 0 0,1-2 0 0 0,2 0 0 0 0,1-2 0 0 0,1-1 0 0 0,0 0 0 0 0,0 5 0 0 0,0 1 0 0 0,5 0 0 0 0,2-1 0 0 0,-1-2 0 0 0,0 0 0 0 0,-8 3 0 0 0,-2 1 0 0 0,-1-1 0 0 0,0-1 0 0 0,2-2 0 0 0,0-1 0 0 0,2-1 0 0 0,0-1 0 0 0,1 0 0 0 0,0 0 0 0 0,0 0 0 0 0,0-1 0 0 0,0 1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0,1 2 0 0 0,2 0 0 0 0,-4-3 0 0 0,-1-1 0 0 0,1 1 0 0 0,1 1 0 0 0,-4-3 0 0 0,1-1 0 0 0,1 2 0 0 0,1 2 0 0 0,3 1 0 0 0,-4-3 0 0 0,0 0 0 0 0,0-4 0 0 0,2-1 0 0 0,2 3 0 0 0,1 2 0 0 0,1-3 0 0 0,1 1 0 0 0,0 2 0 0 0,0 2 0 0 0,-4-3 0 0 0,-2-1 0 0 0,0 2 0 0 0,1 2 0 0 0,1 2 0 0 0,-3-4 0 0 0,-1 0 0 0 0,2 1 0 0 0,0-4 0 0 0,3 0 0 0 0,1 2 0 0 0,1 2 0 0 0,-4-3 0 0 0,-1 1 0 0 0,0 0 0 0 0,1 3 0 0 0,2 2 0 0 0,1 1 0 0 0,-4-4 0 0 0,-1 0 0 0 0,0 0 0 0 0,3 1 0 0 0,0 2 0 0 0,-3-4 0 0 0,0-1 0 0 0,-5-3 0 0 0,1-1 0 0 0,1 3 0 0 0,3 2 0 0 0,3-3 0 0 0,1 1 0 0 0,2 2 0 0 0,-4-3 0 0 0,-1 0 0 0 0,0 2 0 0 0,2-3 0 0 0,0 1 0 0 0,-2-3 0 0 0,-2 1 0 0 0,1 2 0 0 0,-3-2 0 0 0,1 1 0 0 0,0 3 0 0 0,-2-3 0 0 0,1 1 0 0 0,2 2 0 0 0,-3-3 0 0 0,0 1 0 0 0,-2-3 0 0 0,1 1 0 0 0,-3-3 0 0 0,2 1 0 0 0,2-1 0 0 0,4 1 0 0 0,-3-2 0 0 0,-3-2 0 0 0,-1 1 0 0 0,-2-2 0 0 0,1 3 0 0 0,4 0 0 0 0,-2-4 0 0 0,2 3 0 0 0,-3-2 0 0 0,-3-1 0 0 0,1 2 0 0 0,-2-1 0 0 0,-3-2 0 0 0,3 2 0 0 0,-1 0 0 0 0,-3-2 0 0 0,4 3 0 0 0,-1-1 0 0 0,-2-2 0 0 0,-3-2 0 0 0,-1-2 0 0 0,-2-2 0 0 0,-1-2 0 0 0,-1 0 0 0 0,-1 0 0 0 0,1 0 0 0 0,-1-1 0 0 0,1 1 0 0 0,0 0 0 0 0,-5-1 0 0 0,-2 1 0 0 0,1 0 0 0 0,1 0 0 0 0,-4 5 0 0 0,0 2 0 0 0,2-1 0 0 0,2-1 0 0 0,-4 4 0 0 0,0 0 0 0 0,2-2 0 0 0,-3 3 0 0 0,0 1 0 0 0,-3 2 0 0 0,1-1 0 0 0,2-2 0 0 0,-2 2 0 0 0,1-1 0 0 0,-3-2 0 0 0,2-3 0 0 0,-3 2 0 0 0,-3 1 0 0 0,1-2 0 0 0,-2-2 0 0 0,3-2 0 0 0,-1 3 0 0 0,3 2 0 0 0,-2-2 0 0 0,-3 4 0 0 0,2-1 0 0 0,-1 4 0 0 0,3 0 0 0 0,-2-3 0 0 0,3-3 0 0 0,-2 3 0 0 0,-3-1 0 0 0,-2-2 0 0 0,-4-2 0 0 0,3-2 0 0 0,0 4 0 0 0,-1 0 0 0 0,-1-1 0 0 0,-2 4 0 0 0,3 0 0 0 0,7-2 0 0 0,0 2 0 0 0,-2 6 0 0 0,2-1 0 0 0,-1 2 0 0 0,-3 3 0 0 0,3-2 0 0 0,-2 2 0 0 0,4-4 0 0 0,-2 1 0 0 0,-2-2 0 0 0,-4 1 0 0 0,3-3 0 0 0,0 2 0 0 0,-2 4 0 0 0,3-2 0 0 0,0 1 0 0 0,-2 2 0 0 0,2-1 0 0 0,1 0 0 0 0,2-3 0 0 0,-1 1 0 0 0,-2 2 0 0 0,2-2 0 0 0,-1 1 0 0 0,-3 3 0 0 0,3-3 0 0 0,-1 1 0 0 0,-2 2 0 0 0,-2 2 0 0 0,3-2 0 0 0,-1-1 0 0 0,-1 3 0 0 0,-2-4 0 0 0,-2 0 0 0 0,4-3 0 0 0,0 0 0 0 0,-1 4 0 0 0,-1 1 0 0 0,3-1 0 0 0,1 0 0 0 0,-2 2 0 0 0,-2-3 0 0 0,-1 0 0 0 0,-2 2 0 0 0,-1 3 0 0 0,4-4 0 0 0,1 1 0 0 0,0 1 0 0 0,4-3 0 0 0,-1 0 0 0 0,0 2 0 0 0,-3 2 0 0 0,-2-3 0 0 0,-2 1 0 0 0,-1 1 0 0 0,-1-3 0 0 0,0 0 0 0 0,-1 2 0 0 0,1 2 0 0 0,0-3 0 0 0,-1 1 0 0 0,1 1 0 0 0,5-3 0 0 0,2 0 0 0 0,-1 2 0 0 0,-1 2 0 0 0,-2 2 0 0 0,0 2 0 0 0,3-3 0 0 0,1-2 0 0 0,-1 1 0 0 0,-1 1 0 0 0,-2 2 0 0 0,-1 1 0 0 0,-1 1 0 0 0,0 1 0 0 0,3-5 0 0 0,3-1 0 0 0,-1 0 0 0 0,-2 1 0 0 0,0 2 0 0 0,-2 1 0 0 0,-1 1 0 0 0,-1 0 0 0 0,0-4 0 0 0,0-1 0 0 0,0 0 0 0 0,0 1 0 0 0,0 2 0 0 0,4-4 0 0 0,3-1 0 0 0,-1 1 0 0 0,-1 2 0 0 0,-1 2 0 0 0,-2 1 0 0 0,-1 1 0 0 0,0 1 0 0 0,-1 0 0 0 0,-1 0 0 0 0,1 1 0 0 0,0-1 0 0 0,0 0 0 0 0,4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16704 4187 16383 0 0,'-5'0'0'0'0,"-6"0"0"0"0,-7 0 0 0 0,-5 0 0 0 0,-3 0 0 0 0,2 5 0 0 0,1 2 0 0 0,-1-1 0 0 0,-1-1 0 0 0,-1-2 0 0 0,-2 0 0 0 0,0-2 0 0 0,-1-1 0 0 0,0 0 0 0 0,0 0 0 0 0,4 5 0 0 0,3 1 0 0 0,-1 0 0 0 0,-1-1 0 0 0,-2-2 0 0 0,-1 0 0 0 0,4 3 0 0 0,1 1 0 0 0,0-1 0 0 0,-2-1 0 0 0,3 3 0 0 0,0 1 0 0 0,0-2 0 0 0,-3-2 0 0 0,-2-1 0 0 0,-1-2 0 0 0,4 3 0 0 0,1 2 0 0 0,-1-1 0 0 0,-1-1 0 0 0,-2-2 0 0 0,-1-1 0 0 0,4 4 0 0 0,1 1 0 0 0,-1-1 0 0 0,-1-1 0 0 0,-2-2 0 0 0,-1-1 0 0 0,4 4 0 0 0,1 1 0 0 0,-1-1 0 0 0,-1 4 0 0 0,-2 0 0 0 0,-1-2 0 0 0,-1-2 0 0 0,4 3 0 0 0,2-1 0 0 0,-1 0 0 0 0,-2-3 0 0 0,0-2 0 0 0,3 4 0 0 0,0 0 0 0 0,0 0 0 0 0,3 2 0 0 0,0 1 0 0 0,-2-2 0 0 0,3 3 0 0 0,-1-1 0 0 0,-1-1 0 0 0,-3 2 0 0 0,-3-1 0 0 0,-1-2 0 0 0,4 3 0 0 0,1-1 0 0 0,-2-2 0 0 0,5 3 0 0 0,0 4 0 0 0,-2 0 0 0 0,-2-3 0 0 0,3 1 0 0 0,-1-1 0 0 0,4 2 0 0 0,0-1 0 0 0,-2-3 0 0 0,2 2 0 0 0,-2-2 0 0 0,4 4 0 0 0,-1-2 0 0 0,1 3 0 0 0,0-2 0 0 0,-4-3 0 0 0,3 2 0 0 0,-3-1 0 0 0,4 3 0 0 0,3 3 0 0 0,-1-1 0 0 0,2 2 0 0 0,-2-2 0 0 0,-4-4 0 0 0,1 1 0 0 0,-2-2 0 0 0,3 3 0 0 0,3 3 0 0 0,-1-1 0 0 0,2 2 0 0 0,-3 2 0 0 0,-3-2 0 0 0,1 2 0 0 0,3 1 0 0 0,-1-3 0 0 0,2 1 0 0 0,3 2 0 0 0,-2-2 0 0 0,1 0 0 0 0,2 2 0 0 0,2 2 0 0 0,-2-3 0 0 0,0 1 0 0 0,-4-4 0 0 0,0 0 0 0 0,3 3 0 0 0,2 2 0 0 0,-2-2 0 0 0,0 0 0 0 0,2 2 0 0 0,-3 1 0 0 0,0 3 0 0 0,2 1 0 0 0,2 2 0 0 0,3 0 0 0 0,-4-5 0 0 0,-1-1 0 0 0,2 0 0 0 0,-4 1 0 0 0,1 2 0 0 0,1 1 0 0 0,2 1 0 0 0,2 0 0 0 0,2 1 0 0 0,1 1 0 0 0,-4-6 0 0 0,-1-1 0 0 0,0-1 0 0 0,1 3 0 0 0,2 0 0 0 0,1 2 0 0 0,1 1 0 0 0,1 0 0 0 0,0 1 0 0 0,0 0 0 0 0,0 1 0 0 0,0-1 0 0 0,-4-5 0 0 0,-3-1 0 0 0,1 0 0 0 0,1 1 0 0 0,1 1 0 0 0,2 2 0 0 0,1 1 0 0 0,1 0 0 0 0,0 1 0 0 0,0 0 0 0 0,0 1 0 0 0,0-1 0 0 0,0 0 0 0 0,1 0 0 0 0,-1 0 0 0 0,0 0 0 0 0,0 0 0 0 0,0 0 0 0 0,0 0 0 0 0,0 0 0 0 0,0 0 0 0 0,0 0 0 0 0,0 0 0 0 0,0 0 0 0 0,0 0 0 0 0,0 0 0 0 0,0 0 0 0 0,0 0 0 0 0,0 0 0 0 0,0 0 0 0 0,0 0 0 0 0,0 0 0 0 0,0 0 0 0 0,0 0 0 0 0,0 0 0 0 0,-5 0 0 0 0,-2 15 0 0 0,1 5 0 0 0,1-1 0 0 0,1-4 0 0 0,2-5 0 0 0,1-3 0 0 0,1-3 0 0 0,0-3 0 0 0,0-1 0 0 0,0-1 0 0 0,0 1 0 0 0,0-1 0 0 0,1 0 0 0 0,-1 1 0 0 0,0-1 0 0 0,0 1 0 0 0,0 0 0 0 0,0 0 0 0 0,0 0 0 0 0,0 0 0 0 0,0 0 0 0 0,0 0 0 0 0,0 0 0 0 0,0 0 0 0 0,0 0 0 0 0,0 0 0 0 0,5 0 0 0 0,1 0 0 0 0,1 0 0 0 0,-2 0 0 0 0,-2 0 0 0 0,-1 0 0 0 0,0 0 0 0 0,-2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5 0 0 0,0 1 0 0 0,5-4 0 0 0,1-4 0 0 0,1-1 0 0 0,-2 1 0 0 0,-2-1 0 0 0,-1 1 0 0 0,0 1 0 0 0,-2 1 0 0 0,0-1 0 0 0,0 1 0 0 0,0 0 0 0 0,-1 0 0 0 0,1 0 0 0 0,0 1 0 0 0,5-6 0 0 0,1-2 0 0 0,0 1 0 0 0,-1 1 0 0 0,-1 1 0 0 0,-2 2 0 0 0,4-4 0 0 0,1-1 0 0 0,0 1 0 0 0,-2 1 0 0 0,-2 2 0 0 0,-1 1 0 0 0,-1 1 0 0 0,-1 0 0 0 0,0 1 0 0 0,0 1 0 0 0,-1-1 0 0 0,1 0 0 0 0,5 0 0 0 0,1 1 0 0 0,0-1 0 0 0,-1 0 0 0 0,-1 0 0 0 0,-2 0 0 0 0,-1 0 0 0 0,0 0 0 0 0,-1 0 0 0 0,0 0 0 0 0,0 0 0 0 0,-1 0 0 0 0,6-5 0 0 0,1-2 0 0 0,1 1 0 0 0,-2 1 0 0 0,-2 1 0 0 0,-1 2 0 0 0,-1 1 0 0 0,0 0 0 0 0,-1 1 0 0 0,0 0 0 0 0,0 1 0 0 0,-1-1 0 0 0,1 0 0 0 0,5-5 0 0 0,1-1 0 0 0,0 0 0 0 0,-1 1 0 0 0,-1 1 0 0 0,3-3 0 0 0,1-1 0 0 0,-1 2 0 0 0,-2 0 0 0 0,-2 3 0 0 0,-1 1 0 0 0,-1 1 0 0 0,-1 1 0 0 0,0 0 0 0 0,0 0 0 0 0,-1 1 0 0 0,1-1 0 0 0,0 0 0 0 0,5 0 0 0 0,1 0 0 0 0,0 1 0 0 0,-1-1 0 0 0,-1-1 0 0 0,-2 1 0 0 0,-1 0 0 0 0,0 0 0 0 0,-1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0 0 0 0,1 0 0 0 0,0 0 0 0 0,0 0 0 0 0,-3 0 0 0 0,-1 0 0 0 0,0 0 0 0 0,-2 0 0 0 0,0 0 0 0 0,0 0 0 0 0,0 0 0 0 0,-1 0 0 0 0,6-5 0 0 0,1-2 0 0 0,0 1 0 0 0,-1 1 0 0 0,-1 2 0 0 0,3-5 0 0 0,1 1 0 0 0,-1 0 0 0 0,-2 2 0 0 0,-2 1 0 0 0,-1 2 0 0 0,-1 2 0 0 0,4-6 0 0 0,2 0 0 0 0,-1 0 0 0 0,-2 1 0 0 0,0 2 0 0 0,-2 1 0 0 0,-1 1 0 0 0,4-4 0 0 0,1-2 0 0 0,0 1 0 0 0,-1 1 0 0 0,-1 2 0 0 0,2-4 0 0 0,2-1 0 0 0,-1 2 0 0 0,3 1 0 0 0,0 1 0 0 0,-2 2 0 0 0,3-3 0 0 0,-1-2 0 0 0,-2 1 0 0 0,-2 1 0 0 0,3-3 0 0 0,-1-1 0 0 0,0 2 0 0 0,-3 2 0 0 0,3-4 0 0 0,0 1 0 0 0,4-4 0 0 0,0 0 0 0 0,-3 2 0 0 0,-2 3 0 0 0,2-2 0 0 0,0 0 0 0 0,4 2 0 0 0,-2 2 0 0 0,4-4 0 0 0,-2 1 0 0 0,2-4 0 0 0,-1 1 0 0 0,-3 1 0 0 0,1-2 0 0 0,-1 1 0 0 0,3-2 0 0 0,-2 0 0 0 0,-2 3 0 0 0,1-2 0 0 0,5 2 0 0 0,-1 1 0 0 0,2-2 0 0 0,3 1 0 0 0,-2 2 0 0 0,1-2 0 0 0,-3 0 0 0 0,1-3 0 0 0,3-5 0 0 0,-3 2 0 0 0,1 3 0 0 0,-2 4 0 0 0,1-2 0 0 0,2-4 0 0 0,-2 1 0 0 0,1-2 0 0 0,-2 1 0 0 0,0-1 0 0 0,-1 2 0 0 0,0-2 0 0 0,-1 2 0 0 0,1-2 0 0 0,4-2 0 0 0,-3 1 0 0 0,3-1 0 0 0,1-3 0 0 0,-1 3 0 0 0,0-1 0 0 0,2-3 0 0 0,-3 4 0 0 0,1-1 0 0 0,-3 3 0 0 0,1-1 0 0 0,-3 3 0 0 0,2-2 0 0 0,2-2 0 0 0,-1 1 0 0 0,1-1 0 0 0,2-2 0 0 0,4-3 0 0 0,-4 2 0 0 0,1 0 0 0 0,-4 4 0 0 0,1-1 0 0 0,1-1 0 0 0,-1 1 0 0 0,0 0 0 0 0,2-2 0 0 0,-2 2 0 0 0,1-1 0 0 0,2-2 0 0 0,2-2 0 0 0,3 2 0 0 0,-4 6 0 0 0,0-1 0 0 0,0-2 0 0 0,3 3 0 0 0,1-2 0 0 0,1-3 0 0 0,-4 2 0 0 0,-1-1 0 0 0,1-1 0 0 0,1-4 0 0 0,-3 4 0 0 0,0-1 0 0 0,0-1 0 0 0,3-2 0 0 0,-3 3 0 0 0,-1 0 0 0 0,2 4 0 0 0,2 0 0 0 0,1-3 0 0 0,2-2 0 0 0,-3 3 0 0 0,-2-1 0 0 0,1-2 0 0 0,1-2 0 0 0,-3 3 0 0 0,0 0 0 0 0,0-1 0 0 0,3-2 0 0 0,2-1 0 0 0,-4 2 0 0 0,-1 2 0 0 0,2-2 0 0 0,-4 4 0 0 0,0 0 0 0 0,2-2 0 0 0,2-2 0 0 0,2-2 0 0 0,2-2 0 0 0,1-1 0 0 0,-4 4 0 0 0,-1 1 0 0 0,0 0 0 0 0,1-2 0 0 0,2 0 0 0 0,1-2 0 0 0,1-1 0 0 0,1-1 0 0 0,0 0 0 0 0,0 0 0 0 0,0 0 0 0 0,1-1 0 0 0,-1 1 0 0 0,0 0 0 0 0,0 0 0 0 0,0 0 0 0 0,0 0 0 0 0,0 0 0 0 0,0 0 0 0 0,0 0 0 0 0,0 0 0 0 0,0 0 0 0 0,0 0 0 0 0,0 0 0 0 0,0 0 0 0 0,0 0 0 0 0,0 0 0 0 0,0 0 0 0 0,0 0 0 0 0,0 0 0 0 0,0 0 0 0 0,0 0 0 0 0,0 0 0 0 0,0 0 0 0 0,-5-5 0 0 0,-2-2 0 0 0,1 1 0 0 0,1-4 0 0 0,2 0 0 0 0,0 1 0 0 0,2 3 0 0 0,-4-3 0 0 0,-2 0 0 0 0,1 2 0 0 0,-4-3 0 0 0,1 0 0 0 0,0 2 0 0 0,3 2 0 0 0,-3-2 0 0 0,1-6 0 0 0,0 1 0 0 0,3 1 0 0 0,-3-1 0 0 0,-1 1 0 0 0,2-2 0 0 0,2 1 0 0 0,2-2 0 0 0,1 2 0 0 0,-4-3 0 0 0,0 3 0 0 0,-5-3 0 0 0,-1 2 0 0 0,-2-1 0 0 0,1 1 0 0 0,2 4 0 0 0,-2-2 0 0 0,2 1 0 0 0,-3-2 0 0 0,2 1 0 0 0,-3-3 0 0 0,2 2 0 0 0,2 2 0 0 0,-1-1 0 0 0,1 2 0 0 0,-2-4 0 0 0,1 2 0 0 0,-3-3 0 0 0,2-3 0 0 0,2 1 0 0 0,-1-1 0 0 0,1 2 0 0 0,-2-1 0 0 0,1 2 0 0 0,-3-1 0 0 0,2-2 0 0 0,2 1 0 0 0,-1-1 0 0 0,1-3 0 0 0,-2-2 0 0 0,1-3 0 0 0,-3-1 0 0 0,2-1 0 0 0,2 3 0 0 0,-1 3 0 0 0,-4-2 0 0 0,-4 0 0 0 0,2 3 0 0 0,-2 1 0 0 0,-2-2 0 0 0,-2-2 0 0 0,3 4 0 0 0,0-1 0 0 0,-1 0 0 0 0,3 2 0 0 0,-1 0 0 0 0,4 3 0 0 0,0-1 0 0 0,-3-2 0 0 0,-3-3 0 0 0,-3-2 0 0 0,3 2 0 0 0,1 0 0 0 0,-2 0 0 0 0,-1-3 0 0 0,-2-1 0 0 0,4 4 0 0 0,0 0 0 0 0,-1 0 0 0 0,-1-3 0 0 0,3 0 0 0 0,6-2 0 0 0,-1-1 0 0 0,-1-1 0 0 0,-4 0 0 0 0,3 4 0 0 0,-1 3 0 0 0,-3-1 0 0 0,-1-2 0 0 0,2 0 0 0 0,0-2 0 0 0,-1-1 0 0 0,-2 0 0 0 0,3 4 0 0 0,0 1 0 0 0,-1 0 0 0 0,-2-1 0 0 0,-1-2 0 0 0,3 4 0 0 0,0 1 0 0 0,-1-2 0 0 0,4 4 0 0 0,0 0 0 0 0,-2-1 0 0 0,-2-4 0 0 0,-2-1 0 0 0,3-2 0 0 0,0-1 0 0 0,0-1 0 0 0,-3 0 0 0 0,0 0 0 0 0,-3-1 0 0 0,0 1 0 0 0,4 5 0 0 0,2 1 0 0 0,-1 0 0 0 0,-2-1 0 0 0,0-1 0 0 0,-2-2 0 0 0,-1-1 0 0 0,-1 0 0 0 0,5 4 0 0 0,1 1 0 0 0,0 0 0 0 0,-1-1 0 0 0,-1-2 0 0 0,-2-1 0 0 0,-1-1 0 0 0,4 0 0 0 0,2-1 0 0 0,-1 0 0 0 0,-2-1 0 0 0,0 1 0 0 0,-2 0 0 0 0,-1 0 0 0 0,-1 0 0 0 0,0 0 0 0 0,0 0 0 0 0,0 0 0 0 0,-1 0 0 0 0,1 0 0 0 0,0 0 0 0 0,0 0 0 0 0,0 0 0 0 0,0 0 0 0 0,0 0 0 0 0,0 0 0 0 0,0 0 0 0 0,0 0 0 0 0,5 0 0 0 0,1 0 0 0 0,1 0 0 0 0,-2 0 0 0 0,-2 0 0 0 0,0 0 0 0 0,-2 0 0 0 0,-1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0 0 0 0,-2 0 0 0 0,1 0 0 0 0,1 0 0 0 0,2 0 0 0 0,0 0 0 0 0,2 0 0 0 0,1 0 0 0 0,0 0 0 0 0,0 0 0 0 0,-5 5 0 0 0,-1 1 0 0 0,0 1 0 0 0,1-2 0 0 0,2-2 0 0 0,0 0 0 0 0,2-2 0 0 0,1-1 0 0 0,0 0 0 0 0,0 0 0 0 0,0 0 0 0 0,0-1 0 0 0,1 1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0,1 2 0 0 0,1-1 0 0 0,-2-1 0 0 0,-2-1 0 0 0,0-2 0 0 0,-2-1 0 0 0,-1-1 0 0 0,0 0 0 0 0,0 0 0 0 0,0 0 0 0 0,4 0 0 0 0,3-1 0 0 0,-1 1 0 0 0,-1 0 0 0 0,-2 0 0 0 0,-1 0 0 0 0,0 0 0 0 0,-2 0 0 0 0,0 0 0 0 0,0 0 0 0 0,0 0 0 0 0,4 5 0 0 0,3 2 0 0 0,-1-1 0 0 0,-1-1 0 0 0,-2-1 0 0 0,-1-2 0 0 0,0-1 0 0 0,-2 0 0 0 0,0-1 0 0 0,0-1 0 0 0,0 1 0 0 0,-1 0 0 0 0,6 0 0 0 0,2-1 0 0 0,-1 1 0 0 0,-1 0 0 0 0,-2 0 0 0 0,-1 0 0 0 0,0 0 0 0 0,3 0 0 0 0,2 0 0 0 0,-1 0 0 0 0,-2 0 0 0 0,0 0 0 0 0,-2 0 0 0 0,-1 0 0 0 0,-1 0 0 0 0,0 0 0 0 0,5 0 0 0 0,1 0 0 0 0,0 0 0 0 0,-1 0 0 0 0,-2 0 0 0 0,0 0 0 0 0,-2 0 0 0 0,-1 0 0 0 0,0 0 0 0 0,5 0 0 0 0,1 0 0 0 0,0 0 0 0 0,-1 0 0 0 0,-2 0 0 0 0,0 0 0 0 0,-2 0 0 0 0,-1 0 0 0 0,5 0 0 0 0,1 0 0 0 0,0 0 0 0 0,-1 0 0 0 0,-1 0 0 0 0,3 0 0 0 0,0 0 0 0 0,0 0 0 0 0,-2 0 0 0 0,-2-14 0 0 0,-1-6 0 0 0,-1 1 0 0 0,4 9 0 0 0,2 6 0 0 0,-1 3 0 0 0,-2 3 0 0 0,0 0 0 0 0,-2 0 0 0 0,-1 0 0 0 0,-1-1 0 0 0,0 0 0 0 0,0 0 0 0 0,0-1 0 0 0,4 5 0 0 0,3 1 0 0 0,-1 1 0 0 0,-1-2 0 0 0,-2-2 0 0 0,-1-1 0 0 0,0-1 0 0 0,-2 0 0 0 0,0-1 0 0 0,0 0 0 0 0,0-1 0 0 0,-1 1 0 0 0,1 0 0 0 0,0 0 0 0 0,5 5 0 0 0,1 1 0 0 0,1 0 0 0 0,-2-1 0 0 0,-2-1 0 0 0,-1-2 0 0 0,5-1 0 0 0,0 0 0 0 0,-1-1 0 0 0,-1 0 0 0 0,-2-1 0 0 0,-1 1 0 0 0,-1 0 0 0 0,-1 0 0 0 0,0 0 0 0 0,0 0 0 0 0,0 0 0 0 0,-1 0 0 0 0,1 0 0 0 0,0 0 0 0 0,5 0 0 0 0,1 0 0 0 0,1 0 0 0 0,-2 0 0 0 0,-2 0 0 0 0,-1 0 0 0 0,0 0 0 0 0,-2 0 0 0 0,0 0 0 0 0,0 0 0 0 0,0 0 0 0 0,-1 0 0 0 0,1 0 0 0 0,5 5 0 0 0,1 1 0 0 0,1 1 0 0 0,-2-2 0 0 0,-2-2 0 0 0,-1-1 0 0 0,0 0 0 0 0,-2-2 0 0 0,0 0 0 0 0,0 0 0 0 0,0 0 0 0 0,-1-1 0 0 0,1 1 0 0 0,0 0 0 0 0,0 0 0 0 0,5 0 0 0 0,1 0 0 0 0,1 0 0 0 0,-2 0 0 0 0,-2 0 0 0 0,-1 0 0 0 0,0 0 0 0 0,-2 0 0 0 0,5 5 0 0 0,1 1 0 0 0,0 1 0 0 0,-1-2 0 0 0,-1-2 0 0 0,-2-1 0 0 0,-1 0 0 0 0,-1-2 0 0 0,0 0 0 0 0,0 0 0 0 0,0 0 0 0 0,-1-1 0 0 0,1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2 0 0 0,1-1 0 0 0,1-1 0 0 0,2-2 0 0 0,0 0 0 0 0,-3 3 0 0 0,-1 1 0 0 0,1-1 0 0 0,1-1 0 0 0,2-2 0 0 0,1-1 0 0 0,-4 4 0 0 0,-1 1 0 0 0,1-1 0 0 0,1-1 0 0 0,-3 3 0 0 0,-1 1 0 0 0,2-2 0 0 0,2-2 0 0 0,1-1 0 0 0,-3 3 0 0 0,0 0 0 0 0,0 0 0 0 0,3-3 0 0 0,-5 5 0 0 0,1-1 0 0 0,1-1 0 0 0,2-2 0 0 0,-4-1 0 0 0,1-2 0 0 0,-4 4 0 0 0,0 0 0 0 0,-3 5 0 0 0,2 1 0 0 0,-3 2 0 0 0,2 0 0 0 0,4-4 0 0 0,-3 3 0 0 0,2-2 0 0 0,-2 3 0 0 0,1-2 0 0 0,-3 3 0 0 0,2-2 0 0 0,-2 3 0 0 0,1-3 0 0 0,-2 3 0 0 0,3-2 0 0 0,-3 1 0 0 0,2-1 0 0 0,-1 1 0 0 0,1-1 0 0 0,4-4 0 0 0,-2 2 0 0 0,1-1 0 0 0,-2 2 0 0 0,1 0 0 0 0,2-4 0 0 0,-2 3 0 0 0,2-2 0 0 0,-4 4 0 0 0,2-2 0 0 0,-3-2 0 0 0,2-3 0 0 0,-2-3 0 0 0,1-2 0 0 0,-2 4 0 0 0,3 0 0 0 0,-3 5 0 0 0,2 0 0 0 0,4-2 0 0 0,-2 3 0 0 0,1-1 0 0 0,-2 3 0 0 0,1-1 0 0 0,-3 2 0 0 0,2-2 0 0 0,3-2 0 0 0,-3 1 0 0 0,3-1 0 0 0,-4 2 0 0 0,2 0 0 0 0,-3 1 0 0 0,2-1 0 0 0,-2 3 0 0 0,1-3 0 0 0,-2 3 0 0 0,3-2 0 0 0,-3 1 0 0 0,-2 4 0 0 0,0-2 0 0 0,0 1 0 0 0,2-2 0 0 0,0-4 0 0 0,-4 1 0 0 0,-2-2 0 0 0,-3 2 0 0 0,3-1 0 0 0,0 3 0 0 0,0 3 0 0 0,2-2 0 0 0,1 3 0 0 0,3-3 0 0 0,-1 0 0 0 0,-2 4 0 0 0,-3 2 0 0 0,2-2 0 0 0,0 1 0 0 0,-1 1 0 0 0,2-3 0 0 0,-1 0 0 0 0,-1 2 0 0 0,-2 3 0 0 0,-2 1 0 0 0,2-3 0 0 0,2-5 0 0 0,-2-1 0 0 0,-1 2 0 0 0,-2 3 0 0 0,4-3 0 0 0,0 2 0 0 0,0 1 0 0 0,-2 3 0 0 0,-2 1 0 0 0,4-2 0 0 0,0-1 0 0 0,0 0 0 0 0,-2 3 0 0 0,-2 1 0 0 0,-1 1 0 0 0,4-4 0 0 0,0-1 0 0 0,1 1 0 0 0,-3 1 0 0 0,0 2 0 0 0,-2 1 0 0 0,-2 1 0 0 0,1 1 0 0 0,-1 0 0 0 0,0 0 0 0 0,-1 0 0 0 0,1 1 0 0 0,0-1 0 0 0,0 0 0 0 0,0 0 0 0 0,-1 0 0 0 0,1 0 0 0 0,0 0 0 0 0,0 0 0 0 0,1 0 0 0 0,-1 0 0 0 0,0 0 0 0 0,0 0 0 0 0,0 0 0 0 0,0 0 0 0 0,0 0 0 0 0,0 0 0 0 0,0 0 0 0 0,0 5 0 0 0,0 2 0 0 0,0-1 0 0 0,0-1 0 0 0,0-2 0 0 0,5 5 0 0 0,1-1 0 0 0,0 0 0 0 0,-1-2 0 0 0,4 3 0 0 0,0 1 0 0 0,3 3 0 0 0,0 0 0 0 0,-2-2 0 0 0,-3-3 0 0 0,2 2 0 0 0,0 0 0 0 0,-1-2 0 0 0,2 3 0 0 0,0 0 0 0 0,-2-2 0 0 0,2 3 0 0 0,5 4 0 0 0,0-1 0 0 0,-3-1 0 0 0,2 0 0 0 0,-2-1 0 0 0,-3-3 0 0 0,2 3 0 0 0,-1-2 0 0 0,3 3 0 0 0,5 4 0 0 0,-2-1 0 0 0,2 2 0 0 0,-3-2 0 0 0,-3-4 0 0 0,1 1 0 0 0,-1-2 0 0 0,1 3 0 0 0,-1-2 0 0 0,3 2 0 0 0,-2-1 0 0 0,2 3 0 0 0,-1-3 0 0 0,1-2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21648 6384 16383 0 0,'-5'0'0'0'0,"-7"0"0"0"0,-5 0 0 0 0,-6 0 0 0 0,-4 0 0 0 0,-1 0 0 0 0,-2 0 0 0 0,0 0 0 0 0,0 0 0 0 0,0 0 0 0 0,0 0 0 0 0,0 0 0 0 0,1 0 0 0 0,0 0 0 0 0,0 0 0 0 0,0 0 0 0 0,0 0 0 0 0,0 0 0 0 0,0 0 0 0 0,0 0 0 0 0,0 0 0 0 0,0 0 0 0 0,0 0 0 0 0,0 0 0 0 0,0 0 0 0 0,0 0 0 0 0,0 0 0 0 0,0 0 0 0 0,0 0 0 0 0,0 0 0 0 0,5 5 0 0 0,2 1 0 0 0,-1 6 0 0 0,-1-1 0 0 0,3 4 0 0 0,1 4 0 0 0,-1 3 0 0 0,-3-1 0 0 0,4 0 0 0 0,4 1 0 0 0,1-2 0 0 0,2 0 0 0 0,-1-4 0 0 0,-3-4 0 0 0,1 0 0 0 0,3 4 0 0 0,0-1 0 0 0,1 1 0 0 0,-2-1 0 0 0,1 1 0 0 0,-1-2 0 0 0,0 2 0 0 0,4 3 0 0 0,3 3 0 0 0,-2-2 0 0 0,0 0 0 0 0,-3-3 0 0 0,1 1 0 0 0,2 1 0 0 0,2 4 0 0 0,-2-3 0 0 0,0 0 0 0 0,2 2 0 0 0,2 1 0 0 0,2 3 0 0 0,1 2 0 0 0,-4-5 0 0 0,0-1 0 0 0,0 1 0 0 0,1 2 0 0 0,2 0 0 0 0,1 3 0 0 0,1 0 0 0 0,1 0 0 0 0,0 1 0 0 0,0 1 0 0 0,-5-6 0 0 0,-1-1 0 0 0,0 0 0 0 0,1 1 0 0 0,2 1 0 0 0,0 2 0 0 0,2 1 0 0 0,1 0 0 0 0,0 1 0 0 0,0 0 0 0 0,0 1 0 0 0,0-1 0 0 0,1 0 0 0 0,-1 0 0 0 0,0 0 0 0 0,0 0 0 0 0,0 1 0 0 0,0-1 0 0 0,0-1 0 0 0,0 1 0 0 0,0 0 0 0 0,0 0 0 0 0,0 0 0 0 0,0 0 0 0 0,0 0 0 0 0,0 0 0 0 0,0 0 0 0 0,0 0 0 0 0,0 0 0 0 0,0 0 0 0 0,0 0 0 0 0,5-5 0 0 0,1-1 0 0 0,1 0 0 0 0,-2 1 0 0 0,-2 1 0 0 0,0 2 0 0 0,-2 1 0 0 0,-1 0 0 0 0,0 1 0 0 0,0 0 0 0 0,0 1 0 0 0,-1-1 0 0 0,1 0 0 0 0,0 0 0 0 0,0 0 0 0 0,0 0 0 0 0,0 0 0 0 0,0 0 0 0 0,0 0 0 0 0,0 0 0 0 0,0 0 0 0 0,0 0 0 0 0,0 0 0 0 0,0 0 0 0 0,0 0 0 0 0,0 0 0 0 0,0 0 0 0 0,0 0 0 0 0,0 0 0 0 0,0 0 0 0 0,0 0 0 0 0,0 0 0 0 0,0 0 0 0 0,0 0 0 0 0,0 0 0 0 0,0 0 0 0 0,-5-5 0 0 0,-2-1 0 0 0,1-1 0 0 0,-4 2 0 0 0,0 2 0 0 0,2 1 0 0 0,1 0 0 0 0,3 2 0 0 0,-3-5 0 0 0,0-1 0 0 0,0 0 0 0 0,2 1 0 0 0,2 2 0 0 0,1 0 0 0 0,-3 2 0 0 0,-2 1 0 0 0,1 0 0 0 0,1 0 0 0 0,2 0 0 0 0,1 1 0 0 0,1-1 0 0 0,1 0 0 0 0,-5-5 0 0 0,-2-1 0 0 0,2-1 0 0 0,0 2 0 0 0,1 2 0 0 0,2 1 0 0 0,1 0 0 0 0,1 2 0 0 0,0 0 0 0 0,0 0 0 0 0,0 0 0 0 0,1 1 0 0 0,-1-1 0 0 0,0 0 0 0 0,0 0 0 0 0,-5-5 0 0 0,-1-1 0 0 0,-1-1 0 0 0,2 2 0 0 0,2 2 0 0 0,0 0 0 0 0,2 2 0 0 0,-4-4 0 0 0,-2-2 0 0 0,1 1 0 0 0,1 1 0 0 0,2 2 0 0 0,1 1 0 0 0,1 1 0 0 0,1 1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0,2 2 0 0 0,0 0 0 0 0,2 2 0 0 0,1 1 0 0 0,0 0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0,1-2 0 0 0,1 1 0 0 0,-2 1 0 0 0,-2 1 0 0 0,5-3 0 0 0,-1-1 0 0 0,0 2 0 0 0,-2 0 0 0 0,-2 3 0 0 0,-1 1 0 0 0,4-4 0 0 0,1-1 0 0 0,-1 1 0 0 0,-1 2 0 0 0,-2 0 0 0 0,4-2 0 0 0,0-2 0 0 0,0 1 0 0 0,3-2 0 0 0,0-1 0 0 0,-2 1 0 0 0,-2 3 0 0 0,3-2 0 0 0,-1-1 0 0 0,4-3 0 0 0,0 0 0 0 0,-2 3 0 0 0,2-3 0 0 0,-2 1 0 0 0,-1 2 0 0 0,-3 3 0 0 0,3-2 0 0 0,-1-1 0 0 0,-1 2 0 0 0,3-3 0 0 0,0 1 0 0 0,3-4 0 0 0,-1 1 0 0 0,-2 2 0 0 0,-3 3 0 0 0,2-3 0 0 0,0 1 0 0 0,-2 2 0 0 0,-2 2 0 0 0,3-3 0 0 0,1 0 0 0 0,-3 1 0 0 0,4 2 0 0 0,0 2 0 0 0,3-4 0 0 0,0-1 0 0 0,-3 2 0 0 0,-3 1 0 0 0,2-3 0 0 0,0 0 0 0 0,-2 0 0 0 0,-2 3 0 0 0,-2 2 0 0 0,4-4 0 0 0,0-1 0 0 0,-1 2 0 0 0,-1 1 0 0 0,3-3 0 0 0,1-1 0 0 0,-2 2 0 0 0,-2 2 0 0 0,3-3 0 0 0,1-1 0 0 0,-2 2 0 0 0,3 2 0 0 0,0 1 0 0 0,-2 3 0 0 0,-2 0 0 0 0,-2 1 0 0 0,3-5 0 0 0,0-1 0 0 0,0 0 0 0 0,-3 1 0 0 0,4-3 0 0 0,1-1 0 0 0,-2 2 0 0 0,-2 1 0 0 0,3-2 0 0 0,1-1 0 0 0,-2 2 0 0 0,-2 2 0 0 0,-1 1 0 0 0,-2 2 0 0 0,3-3 0 0 0,2-2 0 0 0,-1 1 0 0 0,-1 1 0 0 0,-2 2 0 0 0,-1 1 0 0 0,-1 1 0 0 0,-1 1 0 0 0,0 0 0 0 0,0 0 0 0 0,0 0 0 0 0,-1 1 0 0 0,1-1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0,1-1 0 0 0,1-1 0 0 0,-2 2 0 0 0,-2 2 0 0 0,-1 0 0 0 0,0 2 0 0 0,-2 1 0 0 0,0 0 0 0 0,0 0 0 0 0,5-5 0 0 0,1-1 0 0 0,0 0 0 0 0,-1 1 0 0 0,3-3 0 0 0,1-1 0 0 0,-2 2 0 0 0,-1 1 0 0 0,-3 2 0 0 0,4-3 0 0 0,1 0 0 0 0,3-4 0 0 0,1-1 0 0 0,-3 3 0 0 0,3-3 0 0 0,4-4 0 0 0,-1 1 0 0 0,2-3 0 0 0,-1 3 0 0 0,0-2 0 0 0,4-2 0 0 0,-3 1 0 0 0,2 0 0 0 0,2 2 0 0 0,2-1 0 0 0,3-2 0 0 0,-4 2 0 0 0,0-2 0 0 0,1-1 0 0 0,-4 1 0 0 0,0 1 0 0 0,2-3 0 0 0,3-3 0 0 0,1-1 0 0 0,-3 3 0 0 0,-1 0 0 0 0,2-1 0 0 0,1-1 0 0 0,2-2 0 0 0,-4 4 0 0 0,0 0 0 0 0,0-1 0 0 0,-3 4 0 0 0,1 0 0 0 0,0-2 0 0 0,3-2 0 0 0,3-2 0 0 0,1-2 0 0 0,1-1 0 0 0,0-1 0 0 0,2 0 0 0 0,-1-1 0 0 0,1 1 0 0 0,-1 0 0 0 0,0-1 0 0 0,0 1 0 0 0,0 0 0 0 0,0 0 0 0 0,0 0 0 0 0,-4-5 0 0 0,-3-1 0 0 0,1-1 0 0 0,1 2 0 0 0,1 2 0 0 0,-3-4 0 0 0,-1-1 0 0 0,1 1 0 0 0,2 2 0 0 0,-3-3 0 0 0,-1-1 0 0 0,2 2 0 0 0,-3-3 0 0 0,0 0 0 0 0,2 2 0 0 0,2 2 0 0 0,-3-3 0 0 0,-4-4 0 0 0,-1-1 0 0 0,-2-2 0 0 0,1 1 0 0 0,3 3 0 0 0,-1-1 0 0 0,2-3 0 0 0,-3-4 0 0 0,2 1 0 0 0,-3-1 0 0 0,2 4 0 0 0,-2-2 0 0 0,1 3 0 0 0,-1-1 0 0 0,-4-2 0 0 0,2 1 0 0 0,-1-1 0 0 0,-3-3 0 0 0,2 3 0 0 0,0-1 0 0 0,-2-2 0 0 0,3 3 0 0 0,-1-1 0 0 0,3 3 0 0 0,-1-1 0 0 0,-2-2 0 0 0,-3-3 0 0 0,2 2 0 0 0,0 0 0 0 0,-2-2 0 0 0,3 3 0 0 0,-1 0 0 0 0,-1-3 0 0 0,-2-1 0 0 0,3-2 0 0 0,-1-2 0 0 0,-1-1 0 0 0,-2-1 0 0 0,4 4 0 0 0,-1 2 0 0 0,-1 0 0 0 0,-2-1 0 0 0,-2-2 0 0 0,4 4 0 0 0,1 1 0 0 0,-2-1 0 0 0,-1-2 0 0 0,-2-2 0 0 0,-1-1 0 0 0,-1-1 0 0 0,-1-1 0 0 0,0 0 0 0 0,5 5 0 0 0,1 1 0 0 0,0 0 0 0 0,-1-1 0 0 0,-2-2 0 0 0,-1-1 0 0 0,-1-1 0 0 0,0 0 0 0 0,-1-1 0 0 0,0 0 0 0 0,-1-1 0 0 0,1 1 0 0 0,0 0 0 0 0,0 0 0 0 0,0 0 0 0 0,0 0 0 0 0,0 0 0 0 0,4 5 0 0 0,3 1 0 0 0,-1 0 0 0 0,-1 0 0 0 0,-1-3 0 0 0,-2-1 0 0 0,-1 0 0 0 0,5 3 0 0 0,0 2 0 0 0,0-1 0 0 0,-1-2 0 0 0,-2 0 0 0 0,-1-2 0 0 0,-1-1 0 0 0,0-1 0 0 0,-1 0 0 0 0,0 0 0 0 0,-1 0 0 0 0,1-1 0 0 0,0 1 0 0 0,0 0 0 0 0,0 0 0 0 0,0 0 0 0 0,-1 0 0 0 0,1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0,4 5 0 0 0,3 2 0 0 0,-1-1 0 0 0,-1-1 0 0 0,-1-2 0 0 0,-2 0 0 0 0,-1-2 0 0 0,0-1 0 0 0,-1 0 0 0 0,0 0 0 0 0,-1 0 0 0 0,1 0 0 0 0,0-1 0 0 0,0 1 0 0 0,0 0 0 0 0,0 0 0 0 0,-1 0 0 0 0,1 0 0 0 0,0 0 0 0 0,1 0 0 0 0,-1 0 0 0 0,0 0 0 0 0,0 0 0 0 0,0 0 0 0 0,0 0 0 0 0,0 0 0 0 0,0 0 0 0 0,0 0 0 0 0,4 5 0 0 0,3 2 0 0 0,-1-1 0 0 0,-1-1 0 0 0,-1-1 0 0 0,-2-2 0 0 0,-1-1 0 0 0,0-1 0 0 0,-1 0 0 0 0,0 0 0 0 0,-1 0 0 0 0,1 0 0 0 0,0-1 0 0 0,5 6 0 0 0,1 2 0 0 0,0-1 0 0 0,-1-1 0 0 0,-1-1 0 0 0,-2-2 0 0 0,-1-1 0 0 0,0-1 0 0 0,-1 0 0 0 0,0 0 0 0 0,-1 0 0 0 0,1 0 0 0 0,0 0 0 0 0,0-1 0 0 0,0 1 0 0 0,-1 0 0 0 0,1 0 0 0 0,0 0 0 0 0,0 0 0 0 0,0 0 0 0 0,1 0 0 0 0,3 5 0 0 0,3 2 0 0 0,-1-1 0 0 0,-1-1 0 0 0,-1-1 0 0 0,-2-2 0 0 0,-1-1 0 0 0,0 0 0 0 0,-1-1 0 0 0,5-1 0 0 0,1 1 0 0 0,0 0 0 0 0,-1 0 0 0 0,-2-1 0 0 0,-1 1 0 0 0,-1 0 0 0 0,0 0 0 0 0,-1 0 0 0 0,0 0 0 0 0,-1 0 0 0 0,1 0 0 0 0,0 0 0 0 0,5 0 0 0 0,1 0 0 0 0,0 0 0 0 0,-1 0 0 0 0,-1 0 0 0 0,-2 0 0 0 0,-1 0 0 0 0,0 0 0 0 0,-1 0 0 0 0,0 0 0 0 0,-1 0 0 0 0,1 0 0 0 0,0 0 0 0 0,0 0 0 0 0,4 5 0 0 0,3 2 0 0 0,-1-1 0 0 0,-1-1 0 0 0,-1-1 0 0 0,-2-2 0 0 0,-1-1 0 0 0,0 0 0 0 0,-1-1 0 0 0,0 0 0 0 0,-1-1 0 0 0,1 1 0 0 0,0 0 0 0 0,0 0 0 0 0,0 0 0 0 0,-1-1 0 0 0,1 1 0 0 0,0 0 0 0 0,0 0 0 0 0,5 0 0 0 0,2 1 0 0 0,-1-1 0 0 0,-1 0 0 0 0,-1 0 0 0 0,-2 0 0 0 0,-1 0 0 0 0,0 0 0 0 0,-1 0 0 0 0,0 0 0 0 0,-1 0 0 0 0,1 0 0 0 0,0 0 0 0 0,0 0 0 0 0,0 0 0 0 0,-1 0 0 0 0,1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1 0 0 0,1 1 0 0 0,1-2 0 0 0,1-2 0 0 0,2-1 0 0 0,1 0 0 0 0,0-2 0 0 0,1 0 0 0 0,0 0 0 0 0,1 0 0 0 0,-1-1 0 0 0,0 1 0 0 0,0 0 0 0 0,0 0 0 0 0,1 0 0 0 0,-1 0 0 0 0,0 0 0 0 0,-5 5 0 0 0,-2 1 0 0 0,1 1 0 0 0,1-2 0 0 0,1-2 0 0 0,2 0 0 0 0,1-2 0 0 0,-5 4 0 0 0,0 2 0 0 0,0-1 0 0 0,1-1 0 0 0,2-2 0 0 0,1-1 0 0 0,-4 4 0 0 0,-1 1 0 0 0,1-1 0 0 0,1-1 0 0 0,1-2 0 0 0,2-1 0 0 0,1-1 0 0 0,1-1 0 0 0,0 0 0 0 0,-4 5 0 0 0,-3 1 0 0 0,1 0 0 0 0,2-1 0 0 0,0-2 0 0 0,2 0 0 0 0,1-2 0 0 0,0-1 0 0 0,1 0 0 0 0,-4 5 0 0 0,-3 1 0 0 0,1 0 0 0 0,1-1 0 0 0,2-1 0 0 0,1-2 0 0 0,-4-1 0 0 0,-1-1 0 0 0,1 0 0 0 0,1 0 0 0 0,1 0 0 0 0,-2 4 0 0 0,-2 3 0 0 0,1-1 0 0 0,-2-1 0 0 0,-1-2 0 0 0,1 0 0 0 0,4-2 0 0 0,1-1 0 0 0,-3 5 0 0 0,-1 2 0 0 0,2-1 0 0 0,1-2 0 0 0,2 0 0 0 0,-4 3 0 0 0,0 0 0 0 0,0 0 0 0 0,2-2 0 0 0,-3 3 0 0 0,0 1 0 0 0,-4 3 0 0 0,0 0 0 0 0,2-2 0 0 0,3-3 0 0 0,-2 2 0 0 0,0 0 0 0 0,2-2 0 0 0,-4 3 0 0 0,2 0 0 0 0,1-2 0 0 0,-3-2 0 0 0,-4 2 0 0 0,0 1 0 0 0,3-2 0 0 0,-1 3 0 0 0,0 0 0 0 0,-1 3 0 0 0,1-1 0 0 0,-1 3 0 0 0,0-1 0 0 0,-1 1 0 0 0,1-1 0 0 0,-1 2 0 0 0,-4 3 0 0 0,2-2 0 0 0,-1 1 0 0 0,-3-2 0 0 0,-2 1 0 0 0,2-3 0 0 0,0 2 0 0 0,-1 3 0 0 0,-2-3 0 0 0,-2 3 0 0 0,-1 1 0 0 0,3-2 0 0 0,2-4 0 0 0,-1 1 0 0 0,-1 2 0 0 0,3-1 0 0 0,0 1 0 0 0,0 3 0 0 0,-3 2 0 0 0,3-1 0 0 0,1-1 0 0 0,-2 3 0 0 0,3-4 0 0 0,0 0 0 0 0,3-3 0 0 0,0 1 0 0 0,-3 2 0 0 0,-3 3 0 0 0,-3-2 0 0 0,-1 0 0 0 0,-3 2 0 0 0,1 2 0 0 0,3-3 0 0 0,2-1 0 0 0,0 2 0 0 0,-2 2 0 0 0,0-3 0 0 0,-2 0 0 0 0,4-4 0 0 0,1 0 0 0 0,-1 2 0 0 0,-1 4 0 0 0,3 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38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21739 3491 16383 0 0,'-9'0'0'0'0,"-23"0"0"0"0,-20 0 0 0 0,-16 0 0 0 0,-10 0 0 0 0,-12 4 0 0 0,5 3 0 0 0,3-1 0 0 0,5-1 0 0 0,12 3 0 0 0,1 1 0 0 0,8-2 0 0 0,3-2 0 0 0,-3-1 0 0 0,2-2 0 0 0,2 3 0 0 0,-1 2 0 0 0,0-1 0 0 0,-1-2 0 0 0,-1-1 0 0 0,4 4 0 0 0,1 0 0 0 0,-10 0 0 0 0,0-2 0 0 0,1 3 0 0 0,-4 0 0 0 0,4-1 0 0 0,3-2 0 0 0,5-2 0 0 0,-2-1 0 0 0,2-1 0 0 0,1-1 0 0 0,-1 0 0 0 0,4 0 0 0 0,-1-1 0 0 0,-1 1 0 0 0,3 0 0 0 0,-5 0 0 0 0,-3 4 0 0 0,-8 3 0 0 0,-2-1 0 0 0,5-1 0 0 0,-2-2 0 0 0,-1-1 0 0 0,6 4 0 0 0,-1 1 0 0 0,-2-1 0 0 0,5-1 0 0 0,-3-2 0 0 0,-6-1 0 0 0,3-1 0 0 0,2-1 0 0 0,-4 0 0 0 0,10 5 0 0 0,2 1 0 0 0,7 0 0 0 0,0-1 0 0 0,-3-2 0 0 0,-2 4 0 0 0,-3 0 0 0 0,-2 0 0 0 0,-2-2 0 0 0,4-2 0 0 0,10 4 0 0 0,3 0 0 0 0,3-1 0 0 0,2-1 0 0 0,-7-2 0 0 0,-2-1 0 0 0,2 4 0 0 0,3 0 0 0 0,2 0 0 0 0,3 4 0 0 0,2-1 0 0 0,1-1 0 0 0,1 3 0 0 0,0-1 0 0 0,1-2 0 0 0,4 8 0 0 0,1 0 0 0 0,0-2 0 0 0,4 2 0 0 0,-5 2 0 0 0,1 3 0 0 0,1 3 0 0 0,-3 7 0 0 0,0 3 0 0 0,-2 0 0 0 0,4 0 0 0 0,-5 3 0 0 0,-1-4 0 0 0,-2 1 0 0 0,0 10 0 0 0,-4 2 0 0 0,3 2 0 0 0,-3 4 0 0 0,-5 6 0 0 0,0-1 0 0 0,1-1 0 0 0,2-1 0 0 0,3-4 0 0 0,2 3 0 0 0,2-2 0 0 0,5-6 0 0 0,7-6 0 0 0,6-4 0 0 0,1-9 0 0 0,2-4 0 0 0,-3-6 0 0 0,0-1 0 0 0,3 1 0 0 0,2 3 0 0 0,3 3 0 0 0,1 2 0 0 0,6 2 0 0 0,2 1 0 0 0,1 0 0 0 0,3 6 0 0 0,0 6 0 0 0,-1 6 0 0 0,-3-1 0 0 0,3-2 0 0 0,0 1 0 0 0,3 2 0 0 0,4 4 0 0 0,0-3 0 0 0,1 5 0 0 0,-1 0 0 0 0,-5-1 0 0 0,-3-4 0 0 0,2-5 0 0 0,-2-4 0 0 0,9-10 0 0 0,0-4 0 0 0,-2-1 0 0 0,1-5 0 0 0,3-6 0 0 0,-2 1 0 0 0,0 7 0 0 0,8 5 0 0 0,9 18 0 0 0,8 15 0 0 0,12 8 0 0 0,5 7 0 0 0,-1 1 0 0 0,3-3 0 0 0,1-4 0 0 0,-1 2 0 0 0,-1-2 0 0 0,-10-8 0 0 0,-5-8 0 0 0,-4-4 0 0 0,-1-5 0 0 0,-6-5 0 0 0,-5-8 0 0 0,3-5 0 0 0,-4-2 0 0 0,2 1 0 0 0,7-4 0 0 0,5 0 0 0 0,2 1 0 0 0,2 2 0 0 0,3-2 0 0 0,-2-1 0 0 0,0 2 0 0 0,-2 3 0 0 0,0 1 0 0 0,2-4 0 0 0,-2 0 0 0 0,1 1 0 0 0,-2-3 0 0 0,-5-5 0 0 0,-3 0 0 0 0,1-2 0 0 0,5 1 0 0 0,4-1 0 0 0,-6 2 0 0 0,5-2 0 0 0,0-2 0 0 0,1-3 0 0 0,3-3 0 0 0,-2-2 0 0 0,-4-2 0 0 0,-6 5 0 0 0,2 1 0 0 0,3-1 0 0 0,0 0 0 0 0,7-2 0 0 0,4-1 0 0 0,3-1 0 0 0,2-1 0 0 0,0 0 0 0 0,6 0 0 0 0,-5-1 0 0 0,13 6 0 0 0,3 1 0 0 0,3 0 0 0 0,-1-1 0 0 0,-1-2 0 0 0,3 0 0 0 0,10-2 0 0 0,1-1 0 0 0,-1 0 0 0 0,-1 0 0 0 0,-6 0 0 0 0,-3-1 0 0 0,0 1 0 0 0,-4 0 0 0 0,0 0 0 0 0,-4 0 0 0 0,-3 0 0 0 0,0 0 0 0 0,3 0 0 0 0,-5 0 0 0 0,4 0 0 0 0,1 0 0 0 0,-7 0 0 0 0,-5 0 0 0 0,-8 0 0 0 0,-2 0 0 0 0,-1 0 0 0 0,-3 0 0 0 0,0 0 0 0 0,7-5 0 0 0,-1-1 0 0 0,6 0 0 0 0,-3 1 0 0 0,0 1 0 0 0,5 2 0 0 0,-3 1 0 0 0,8 1 0 0 0,3 0 0 0 0,0-5 0 0 0,-7-1 0 0 0,-4-5 0 0 0,-2 0 0 0 0,-1-3 0 0 0,6 1 0 0 0,1-3 0 0 0,6 2 0 0 0,6-1 0 0 0,0-4 0 0 0,-7 2 0 0 0,-1 4 0 0 0,-1-1 0 0 0,3-7 0 0 0,0-6 0 0 0,-2 3 0 0 0,-2 0 0 0 0,-2-1 0 0 0,-2 5 0 0 0,-1 0 0 0 0,-5-1 0 0 0,-7 3 0 0 0,-1-1 0 0 0,-4-1 0 0 0,1-2 0 0 0,4-2 0 0 0,-2 2 0 0 0,-8 1 0 0 0,0-6 0 0 0,-1 2 0 0 0,-2-9 0 0 0,-2-9 0 0 0,5-2 0 0 0,0 3 0 0 0,-6-2 0 0 0,-2 2 0 0 0,-2 3 0 0 0,5 4 0 0 0,-3 2 0 0 0,-6 3 0 0 0,-1 1 0 0 0,-5 2 0 0 0,-4-1 0 0 0,-5 0 0 0 0,-3 1 0 0 0,-2-1 0 0 0,-1 0 0 0 0,-1 0 0 0 0,1 0 0 0 0,-1 0 0 0 0,-10-10 0 0 0,-2-22 0 0 0,-4-49 0 0 0,1-40 0 0 0,-2-18 0 0 0,2 4 0 0 0,4 22 0 0 0,4 19 0 0 0,4 25 0 0 0,1 26 0 0 0,3 19 0 0 0,0 14 0 0 0,-4 8 0 0 0,-2 0 0 0 0,-4-4 0 0 0,-5-21 0 0 0,-1-20 0 0 0,-2-12 0 0 0,-2-5 0 0 0,1 8 0 0 0,0 9 0 0 0,3-7 0 0 0,-6-19 0 0 0,-3-15 0 0 0,-3-8 0 0 0,-1-2 0 0 0,-1 16 0 0 0,6 17 0 0 0,6 20 0 0 0,1 21 0 0 0,4 16 0 0 0,4 9 0 0 0,-6 4 0 0 0,-1 1 0 0 0,-6-5 0 0 0,-5-3 0 0 0,-3-1 0 0 0,-6-5 0 0 0,-5-6 0 0 0,-2-5 0 0 0,-3 0 0 0 0,-3 4 0 0 0,2 4 0 0 0,-5 4 0 0 0,1 3 0 0 0,0 7 0 0 0,-2 7 0 0 0,0 3 0 0 0,-2-1 0 0 0,5-3 0 0 0,-5-3 0 0 0,-1 2 0 0 0,-2 0 0 0 0,-5 4 0 0 0,-1-1 0 0 0,0 2 0 0 0,2 0 0 0 0,-4 2 0 0 0,-4 3 0 0 0,0-1 0 0 0,-3 0 0 0 0,2 3 0 0 0,3 3 0 0 0,4 2 0 0 0,-2 1 0 0 0,6 2 0 0 0,3 0 0 0 0,2 0 0 0 0,0 1 0 0 0,-4-1 0 0 0,2 1 0 0 0,3-1 0 0 0,-6 0 0 0 0,-1 0 0 0 0,-5 0 0 0 0,0 0 0 0 0,5 5 0 0 0,9 1 0 0 0,9 0 0 0 0,6 4 0 0 0,5 0 0 0 0,3 3 0 0 0,1-1 0 0 0,7-2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4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20204 5749 16383 0 0,'-19'0'0'0'0,"-35"-5"0"0"0,-33-6 0 0 0,-30-6 0 0 0,-19-1 0 0 0,-6 4 0 0 0,8-2 0 0 0,6 3 0 0 0,6 3 0 0 0,15-1 0 0 0,15 1 0 0 0,14 2 0 0 0,16 3 0 0 0,8 2 0 0 0,4-4 0 0 0,1 0 0 0 0,-1 1 0 0 0,-1-3 0 0 0,2 0 0 0 0,6 1 0 0 0,0 2 0 0 0,3 2 0 0 0,3 2 0 0 0,3 2 0 0 0,3-1 0 0 0,1 2 0 0 0,2-1 0 0 0,-5 5 0 0 0,4 7 0 0 0,2 1 0 0 0,0-2 0 0 0,6 2 0 0 0,5 4 0 0 0,2 3 0 0 0,-8 4 0 0 0,1 2 0 0 0,4 7 0 0 0,-5 2 0 0 0,-3 4 0 0 0,-3 2 0 0 0,4-3 0 0 0,1-2 0 0 0,4-3 0 0 0,1-2 0 0 0,-1 3 0 0 0,2 1 0 0 0,4-1 0 0 0,5-1 0 0 0,3-2 0 0 0,-2 4 0 0 0,-10 0 0 0 0,-6 9 0 0 0,-4 12 0 0 0,-3 15 0 0 0,-1 9 0 0 0,6 2 0 0 0,1-4 0 0 0,5-1 0 0 0,6-8 0 0 0,0-7 0 0 0,3-5 0 0 0,2 4 0 0 0,-2 0 0 0 0,1-6 0 0 0,2-6 0 0 0,2-3 0 0 0,-3 1 0 0 0,0-4 0 0 0,2-3 0 0 0,1-4 0 0 0,2-3 0 0 0,1 1 0 0 0,1 1 0 0 0,1-1 0 0 0,0-1 0 0 0,1 2 0 0 0,-1 1 0 0 0,0-1 0 0 0,0-1 0 0 0,1-3 0 0 0,-1 4 0 0 0,0 1 0 0 0,0 3 0 0 0,0 0 0 0 0,0 4 0 0 0,0 3 0 0 0,0-1 0 0 0,0 1 0 0 0,0-2 0 0 0,0 6 0 0 0,0 4 0 0 0,4 2 0 0 0,3 1 0 0 0,-1-4 0 0 0,-1-6 0 0 0,-2-7 0 0 0,-1-4 0 0 0,0-5 0 0 0,-2-2 0 0 0,5 3 0 0 0,1 6 0 0 0,0 7 0 0 0,-2 9 0 0 0,0 0 0 0 0,-2-3 0 0 0,-1-7 0 0 0,4-5 0 0 0,1-5 0 0 0,0-3 0 0 0,-1-2 0 0 0,-2-2 0 0 0,4-4 0 0 0,0-3 0 0 0,5-3 0 0 0,-1-1 0 0 0,-2 2 0 0 0,-2 3 0 0 0,-3 12 0 0 0,-1 10 0 0 0,-2 8 0 0 0,-1 9 0 0 0,0 8 0 0 0,-1 4 0 0 0,1 2 0 0 0,-1 9 0 0 0,1 0 0 0 0,0-1 0 0 0,0-3 0 0 0,0-12 0 0 0,0-6 0 0 0,0-5 0 0 0,0-7 0 0 0,0-7 0 0 0,0-5 0 0 0,0-5 0 0 0,0-3 0 0 0,0-2 0 0 0,0 0 0 0 0,0 5 0 0 0,0 1 0 0 0,0 5 0 0 0,0 11 0 0 0,0 11 0 0 0,0 9 0 0 0,4 9 0 0 0,3-1 0 0 0,-1 2 0 0 0,-1 1 0 0 0,-2 2 0 0 0,-1-3 0 0 0,0-7 0 0 0,-2-9 0 0 0,0-11 0 0 0,0-10 0 0 0,0-7 0 0 0,-1-5 0 0 0,1-3 0 0 0,0 5 0 0 0,0 0 0 0 0,0 15 0 0 0,0 13 0 0 0,0 7 0 0 0,0 10 0 0 0,0 7 0 0 0,0 13 0 0 0,0 10 0 0 0,0-5 0 0 0,0-4 0 0 0,0-15 0 0 0,0-7 0 0 0,0-11 0 0 0,0-12 0 0 0,0-6 0 0 0,0-6 0 0 0,0-4 0 0 0,0-5 0 0 0,0-3 0 0 0,0 4 0 0 0,0 6 0 0 0,0 10 0 0 0,0 11 0 0 0,0 11 0 0 0,0 11 0 0 0,0 12 0 0 0,0 8 0 0 0,0-2 0 0 0,0-1 0 0 0,0-1 0 0 0,0-4 0 0 0,0-13 0 0 0,0-15 0 0 0,0-14 0 0 0,0-11 0 0 0,0-8 0 0 0,0-5 0 0 0,9-7 0 0 0,9-7 0 0 0,5-5 0 0 0,4 9 0 0 0,3 2 0 0 0,4 16 0 0 0,8 13 0 0 0,10 7 0 0 0,6 8 0 0 0,3 8 0 0 0,5 1 0 0 0,-4 3 0 0 0,-7-7 0 0 0,-9-11 0 0 0,-6-9 0 0 0,-7-14 0 0 0,-3-13 0 0 0,-7-5 0 0 0,-2-6 0 0 0,-1-4 0 0 0,2-4 0 0 0,2-2 0 0 0,1-1 0 0 0,-3 4 0 0 0,4 6 0 0 0,12 6 0 0 0,14 10 0 0 0,3 11 0 0 0,1 3 0 0 0,2 4 0 0 0,-1 10 0 0 0,-4-5 0 0 0,-2-5 0 0 0,-5-7 0 0 0,-5-8 0 0 0,-5-5 0 0 0,-4-6 0 0 0,-7-2 0 0 0,-3-3 0 0 0,-1-5 0 0 0,1-2 0 0 0,7 1 0 0 0,7 6 0 0 0,-2 4 0 0 0,3-1 0 0 0,5-2 0 0 0,-1 1 0 0 0,8 2 0 0 0,5-1 0 0 0,-7 1 0 0 0,-1-2 0 0 0,-4 1 0 0 0,-5-2 0 0 0,-3-3 0 0 0,-3-4 0 0 0,3 1 0 0 0,5 1 0 0 0,1-3 0 0 0,-2 4 0 0 0,3-1 0 0 0,-6 3 0 0 0,1 0 0 0 0,-2-2 0 0 0,0-4 0 0 0,-3 8 0 0 0,-1 1 0 0 0,0-2 0 0 0,-2-3 0 0 0,0-3 0 0 0,0-3 0 0 0,5-3 0 0 0,6 0 0 0 0,1-1 0 0 0,4-1 0 0 0,4-5 0 0 0,-2 0 0 0 0,2-6 0 0 0,1 1 0 0 0,-2-4 0 0 0,-5 2 0 0 0,1-3 0 0 0,-3 2 0 0 0,-3 3 0 0 0,-3 4 0 0 0,-3-2 0 0 0,-1 0 0 0 0,-2-2 0 0 0,-5-5 0 0 0,3 1 0 0 0,7-3 0 0 0,2-7 0 0 0,5-4 0 0 0,11-7 0 0 0,5-7 0 0 0,3 4 0 0 0,1 4 0 0 0,1-7 0 0 0,-2-1 0 0 0,-10-2 0 0 0,-9 5 0 0 0,-1 6 0 0 0,-8 4 0 0 0,-4 1 0 0 0,-2 7 0 0 0,0 1 0 0 0,0 0 0 0 0,1 4 0 0 0,1 4 0 0 0,-5 0 0 0 0,-5-3 0 0 0,-2 2 0 0 0,-2-3 0 0 0,5-16 0 0 0,10-13 0 0 0,9-8 0 0 0,-1-9 0 0 0,3 1 0 0 0,4-3 0 0 0,-1-1 0 0 0,-2-7 0 0 0,2-2 0 0 0,-2 8 0 0 0,-3 5 0 0 0,-3 9 0 0 0,-6 8 0 0 0,-5 2 0 0 0,0 0 0 0 0,0-4 0 0 0,1 2 0 0 0,-3-1 0 0 0,-1 3 0 0 0,-4 3 0 0 0,-4 4 0 0 0,-4 4 0 0 0,1-8 0 0 0,4-16 0 0 0,4-17 0 0 0,5-21 0 0 0,2-14 0 0 0,-2-11 0 0 0,5-6 0 0 0,2-15 0 0 0,6-3 0 0 0,2 4 0 0 0,-5 7 0 0 0,-4 10 0 0 0,-6 8 0 0 0,-2 18 0 0 0,-5 20 0 0 0,-5 19 0 0 0,-3 14 0 0 0,-4 10 0 0 0,-2 5 0 0 0,-1 3 0 0 0,-1-14 0 0 0,0-19 0 0 0,0-28 0 0 0,0-25 0 0 0,6-16 0 0 0,1-35 0 0 0,4-24 0 0 0,2-13 0 0 0,2-16 0 0 0,0 8 0 0 0,-4 27 0 0 0,3 28 0 0 0,-2 26 0 0 0,-3 25 0 0 0,-2 24 0 0 0,-2 22 0 0 0,-3 14 0 0 0,0 10 0 0 0,-1 5 0 0 0,-1-7 0 0 0,1-23 0 0 0,-6-34 0 0 0,-5-36 0 0 0,-2-21 0 0 0,-3-9 0 0 0,1-7 0 0 0,-1 10 0 0 0,1 12 0 0 0,4 15 0 0 0,3 25 0 0 0,4 19 0 0 0,2 10 0 0 0,-3 17 0 0 0,-2 12 0 0 0,2 10 0 0 0,1 5 0 0 0,-4 8 0 0 0,0 1 0 0 0,-4 6 0 0 0,1-2 0 0 0,-4-1 0 0 0,-3-19 0 0 0,-3-31 0 0 0,-9-43 0 0 0,-12-22 0 0 0,-5-8 0 0 0,6 5 0 0 0,5 11 0 0 0,4 12 0 0 0,3 20 0 0 0,6 11 0 0 0,2 15 0 0 0,0 13 0 0 0,3 11 0 0 0,6 7 0 0 0,3 5 0 0 0,5 3 0 0 0,-3 5 0 0 0,0 2 0 0 0,-3 4 0 0 0,0 0 0 0 0,1-3 0 0 0,-7-2 0 0 0,-6-13 0 0 0,-8-20 0 0 0,-9-15 0 0 0,-8-11 0 0 0,0-10 0 0 0,3 4 0 0 0,4 8 0 0 0,-1 6 0 0 0,2 17 0 0 0,3 6 0 0 0,7 8 0 0 0,5 10 0 0 0,0 6 0 0 0,0 6 0 0 0,5 2 0 0 0,0 4 0 0 0,3-2 0 0 0,0 3 0 0 0,-2 2 0 0 0,-8 3 0 0 0,0-2 0 0 0,-4-4 0 0 0,-2-1 0 0 0,-6-3 0 0 0,-5-8 0 0 0,-6 0 0 0 0,6 0 0 0 0,-9-2 0 0 0,0-1 0 0 0,4 5 0 0 0,-5 0 0 0 0,2 5 0 0 0,0 5 0 0 0,0-1 0 0 0,3 3 0 0 0,0-3 0 0 0,-11 2 0 0 0,5-3 0 0 0,2 2 0 0 0,-5-3 0 0 0,-7-3 0 0 0,3 2 0 0 0,6 3 0 0 0,4 4 0 0 0,1 3 0 0 0,3 3 0 0 0,6 2 0 0 0,-1 1 0 0 0,-1 1 0 0 0,-5 0 0 0 0,-2-1 0 0 0,-3 1 0 0 0,2-1 0 0 0,1 1 0 0 0,4-1 0 0 0,5 0 0 0 0,5 0 0 0 0,3 0 0 0 0,3 0 0 0 0,2 0 0 0 0,5 4 0 0 0,2 3 0 0 0,5-1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BC2B3-6FF1-4F74-B70F-6E33AFD5A579}" type="datetimeFigureOut"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E824C-6E39-4A42-83AA-870661F77D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4E9DB72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flvc.org/FLAIRS/article/view/138733/144059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C_4BD3A78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F9B9C9A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D0FDB-D98F-C76E-065F-8BB24E61F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401" y="982169"/>
            <a:ext cx="7299015" cy="2736965"/>
          </a:xfrm>
        </p:spPr>
        <p:txBody>
          <a:bodyPr anchor="t">
            <a:normAutofit/>
          </a:bodyPr>
          <a:lstStyle/>
          <a:p>
            <a:pPr algn="l"/>
            <a:r>
              <a:rPr lang="en-US" sz="4400" b="1">
                <a:ea typeface="+mj-lt"/>
                <a:cs typeface="+mj-lt"/>
              </a:rPr>
              <a:t>Run Like a Neural Network, </a:t>
            </a:r>
            <a:br>
              <a:rPr lang="en-US" sz="4400" b="1">
                <a:ea typeface="+mj-lt"/>
                <a:cs typeface="+mj-lt"/>
              </a:rPr>
            </a:br>
            <a:r>
              <a:rPr lang="en-US" sz="4400" b="1">
                <a:ea typeface="+mj-lt"/>
                <a:cs typeface="+mj-lt"/>
              </a:rPr>
              <a:t>Explain Like k-Nearest Neighbor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CDA19-506F-86CE-4481-C4328F97B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863" y="2358547"/>
            <a:ext cx="6914969" cy="3731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atin typeface="Arial"/>
                <a:cs typeface="Arial"/>
              </a:rPr>
              <a:t>Keywords: XAI, CBR, </a:t>
            </a:r>
            <a:r>
              <a:rPr lang="en-US" sz="2800" dirty="0" err="1">
                <a:latin typeface="Arial"/>
                <a:cs typeface="Arial"/>
              </a:rPr>
              <a:t>Neurosymbolic</a:t>
            </a:r>
            <a:r>
              <a:rPr lang="en-US" sz="2800" dirty="0">
                <a:latin typeface="Arial"/>
                <a:cs typeface="Arial"/>
              </a:rPr>
              <a:t>, Interpretable AI</a:t>
            </a:r>
          </a:p>
          <a:p>
            <a:pPr algn="l"/>
            <a:endParaRPr lang="en-US" sz="2800">
              <a:latin typeface="Arial"/>
              <a:cs typeface="Arial"/>
            </a:endParaRPr>
          </a:p>
          <a:p>
            <a:pPr algn="l"/>
            <a:r>
              <a:rPr lang="en-US" sz="2800" dirty="0" err="1">
                <a:latin typeface="Arial"/>
                <a:cs typeface="Arial"/>
              </a:rPr>
              <a:t>Xiaomeng</a:t>
            </a:r>
            <a:r>
              <a:rPr lang="en-US" sz="2800" dirty="0">
                <a:latin typeface="Arial"/>
                <a:cs typeface="Arial"/>
              </a:rPr>
              <a:t> Ye,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Leake,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Yu Wang, </a:t>
            </a:r>
            <a:endParaRPr lang="en-US" sz="2800" dirty="0">
              <a:latin typeface="Calibri" panose="020F0502020204030204"/>
              <a:ea typeface="Calibri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Crandall</a:t>
            </a:r>
            <a:endParaRPr lang="en-US" sz="2000" dirty="0">
              <a:ea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526ADCC-36D8-30CC-A685-CBC5E4D1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617" y="1291257"/>
            <a:ext cx="1176427" cy="1559969"/>
          </a:xfrm>
          <a:prstGeom prst="rect">
            <a:avLst/>
          </a:prstGeom>
        </p:spPr>
      </p:pic>
      <p:pic>
        <p:nvPicPr>
          <p:cNvPr id="6" name="Picture 5" descr="Indiana University Bloomington - Digital Art, Graphic Design, &amp; Informatics  Programs Profile | Animation Career Review">
            <a:extLst>
              <a:ext uri="{FF2B5EF4-FFF2-40B4-BE49-F238E27FC236}">
                <a16:creationId xmlns:a16="http://schemas.microsoft.com/office/drawing/2014/main" id="{B341A4DA-4A37-19D6-682F-410DF514AE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" r="-3020" b="-630"/>
          <a:stretch/>
        </p:blipFill>
        <p:spPr>
          <a:xfrm>
            <a:off x="7919292" y="4378505"/>
            <a:ext cx="2722506" cy="1143154"/>
          </a:xfrm>
          <a:prstGeom prst="rect">
            <a:avLst/>
          </a:prstGeom>
        </p:spPr>
      </p:pic>
      <p:pic>
        <p:nvPicPr>
          <p:cNvPr id="7" name="Picture 6" descr="IJCAI 2025">
            <a:extLst>
              <a:ext uri="{FF2B5EF4-FFF2-40B4-BE49-F238E27FC236}">
                <a16:creationId xmlns:a16="http://schemas.microsoft.com/office/drawing/2014/main" id="{ADDE8010-C853-7936-C2CE-E863303E0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23" y="6084540"/>
            <a:ext cx="2032463" cy="76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E365-1D30-FCCA-DBD0-A69ADFE8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DBE0-30D3-9EE0-818A-437270D1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 Brief</a:t>
            </a:r>
          </a:p>
        </p:txBody>
      </p:sp>
      <p:pic>
        <p:nvPicPr>
          <p:cNvPr id="4" name="Picture 3" descr="Two robots holding hands&#10;&#10;Description automatically generated">
            <a:extLst>
              <a:ext uri="{FF2B5EF4-FFF2-40B4-BE49-F238E27FC236}">
                <a16:creationId xmlns:a16="http://schemas.microsoft.com/office/drawing/2014/main" id="{30E0375E-4A1D-89B2-385A-BA899ED9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300" y="2716452"/>
            <a:ext cx="3893575" cy="389357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2143B9-C4FB-A27B-F621-D9AC8DB7D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7478974" cy="44309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build a neural network that operates just like a k-nearest neighbor system. (NN-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r>
              <a:rPr lang="en-US" dirty="0">
                <a:ea typeface="Calibri"/>
                <a:cs typeface="Calibri"/>
              </a:rPr>
              <a:t>It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runs as a neural network</a:t>
            </a:r>
            <a:r>
              <a:rPr lang="en-US" dirty="0">
                <a:ea typeface="Calibri"/>
                <a:cs typeface="Calibri"/>
              </a:rPr>
              <a:t>: Trainable through backprop. Compatible with other neural models.</a:t>
            </a:r>
          </a:p>
          <a:p>
            <a:r>
              <a:rPr lang="en-US" dirty="0">
                <a:ea typeface="Calibri"/>
                <a:cs typeface="Calibri"/>
              </a:rPr>
              <a:t>Its layers and nodes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mimic k-nearest neighbor</a:t>
            </a:r>
            <a:r>
              <a:rPr lang="en-US" dirty="0">
                <a:ea typeface="Calibri"/>
                <a:cs typeface="Calibri"/>
              </a:rPr>
              <a:t>: Its decisions are interpreted/explained by activated cases and features.</a:t>
            </a:r>
          </a:p>
        </p:txBody>
      </p:sp>
      <p:pic>
        <p:nvPicPr>
          <p:cNvPr id="5" name="Picture 4" descr="A white bench on a sidewalk&#10;&#10;Description automatically generated">
            <a:extLst>
              <a:ext uri="{FF2B5EF4-FFF2-40B4-BE49-F238E27FC236}">
                <a16:creationId xmlns:a16="http://schemas.microsoft.com/office/drawing/2014/main" id="{C1721ED7-35EB-5BEF-029F-BA8BE7FE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614" y="-1707"/>
            <a:ext cx="3899807" cy="27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5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DB3D-43EB-46BB-ED81-0B056C3E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Why?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1FE0C8-78F4-C459-1D3B-2CB0AF63E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8959"/>
              </p:ext>
            </p:extLst>
          </p:nvPr>
        </p:nvGraphicFramePr>
        <p:xfrm>
          <a:off x="761999" y="3457432"/>
          <a:ext cx="10651972" cy="31699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0933">
                  <a:extLst>
                    <a:ext uri="{9D8B030D-6E8A-4147-A177-3AD203B41FA5}">
                      <a16:colId xmlns:a16="http://schemas.microsoft.com/office/drawing/2014/main" val="2793708629"/>
                    </a:ext>
                  </a:extLst>
                </a:gridCol>
                <a:gridCol w="4297201">
                  <a:extLst>
                    <a:ext uri="{9D8B030D-6E8A-4147-A177-3AD203B41FA5}">
                      <a16:colId xmlns:a16="http://schemas.microsoft.com/office/drawing/2014/main" val="596279817"/>
                    </a:ext>
                  </a:extLst>
                </a:gridCol>
                <a:gridCol w="5113838">
                  <a:extLst>
                    <a:ext uri="{9D8B030D-6E8A-4147-A177-3AD203B41FA5}">
                      <a16:colId xmlns:a16="http://schemas.microsoft.com/office/drawing/2014/main" val="608975637"/>
                    </a:ext>
                  </a:extLst>
                </a:gridCol>
              </a:tblGrid>
              <a:tr h="4263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k-NN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Neural Networks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045095"/>
                  </a:ext>
                </a:extLst>
              </a:tr>
              <a:tr h="1130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Strengths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Competitive accuracy on easy datasets; simple and transparent reasoning process.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abstract patterns and feature interaction; handles large, high-dimensional data efficiently.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311743"/>
                  </a:ext>
                </a:extLst>
              </a:tr>
              <a:tr h="16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Limitations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Difficulty with large/high-dimensional data; performance depends heavily on metric &amp; feature selection.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Black box. Requires post-hoc explanations, which may not reflect true reasoning.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318441"/>
                  </a:ext>
                </a:extLst>
              </a:tr>
            </a:tbl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7692B3-FA67-0686-57F8-181EE76E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9764974" cy="2349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Neural networks are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powerful but black-box</a:t>
            </a:r>
          </a:p>
          <a:p>
            <a:r>
              <a:rPr lang="en-US" dirty="0">
                <a:ea typeface="Calibri"/>
                <a:cs typeface="Calibri"/>
              </a:rPr>
              <a:t>K-NN is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transparent but 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ill-suited to high-dimensional data</a:t>
            </a:r>
          </a:p>
          <a:p>
            <a:r>
              <a:rPr lang="en-US" dirty="0">
                <a:ea typeface="Calibri"/>
                <a:cs typeface="Calibri"/>
              </a:rPr>
              <a:t>We want to combine the two and harness the strengths of both.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EBCC55B-4A66-E357-ABD3-4506DBC2B37C}"/>
              </a:ext>
            </a:extLst>
          </p:cNvPr>
          <p:cNvSpPr/>
          <p:nvPr/>
        </p:nvSpPr>
        <p:spPr>
          <a:xfrm rot="2040000">
            <a:off x="5753389" y="4798770"/>
            <a:ext cx="1216152" cy="48463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9ACBC5D1-C2BD-08EC-D8E3-2F1CB4D36D9A}"/>
              </a:ext>
            </a:extLst>
          </p:cNvPr>
          <p:cNvSpPr/>
          <p:nvPr/>
        </p:nvSpPr>
        <p:spPr>
          <a:xfrm rot="-2220000">
            <a:off x="5742015" y="4821515"/>
            <a:ext cx="1216152" cy="484631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5FE-FB0D-43A6-BA71-24BDDE2C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How?</a:t>
            </a:r>
            <a:endParaRPr lang="en-US"/>
          </a:p>
        </p:txBody>
      </p:sp>
      <p:pic>
        <p:nvPicPr>
          <p:cNvPr id="4" name="Picture 3" descr="A person in a garment&#10;&#10;Description automatically generated">
            <a:extLst>
              <a:ext uri="{FF2B5EF4-FFF2-40B4-BE49-F238E27FC236}">
                <a16:creationId xmlns:a16="http://schemas.microsoft.com/office/drawing/2014/main" id="{4E9BD69E-D65C-AF3B-FB5B-89AEAC13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743705"/>
            <a:ext cx="4777381" cy="320084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7C07-2981-DA35-DCE3-9EAB21D06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cs typeface="Calibri"/>
              </a:rPr>
              <a:t>Neural Nets are universal approximators. So we can emulate almost any function (with limited memory). 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cs typeface="Calibri"/>
              </a:rPr>
              <a:t>A good example: Logical Neural Net (Nodes represent logical operations)</a:t>
            </a:r>
            <a:endParaRPr lang="en-US" sz="2600">
              <a:ea typeface="Calibri"/>
              <a:cs typeface="Calibri"/>
            </a:endParaRPr>
          </a:p>
          <a:p>
            <a:endParaRPr lang="en-US" sz="2600">
              <a:cs typeface="Calibri"/>
            </a:endParaRPr>
          </a:p>
          <a:p>
            <a:r>
              <a:rPr lang="en-US" sz="2600">
                <a:cs typeface="Calibri"/>
              </a:rPr>
              <a:t>We can </a:t>
            </a:r>
            <a:r>
              <a:rPr lang="en-US" sz="2600">
                <a:solidFill>
                  <a:srgbClr val="C00000"/>
                </a:solidFill>
                <a:cs typeface="Calibri"/>
              </a:rPr>
              <a:t>emulate a k-NN with a NN.</a:t>
            </a:r>
            <a:endParaRPr lang="en-US" sz="260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600">
                <a:ea typeface="Calibri"/>
                <a:cs typeface="Calibri"/>
              </a:rPr>
              <a:t>We will show how it works in classification.</a:t>
            </a:r>
          </a:p>
          <a:p>
            <a:endParaRPr lang="en-US" sz="2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89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D3F8-E223-2CEA-A67E-3E78F20F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Neural Network Based K-Nearest Neighbor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92BF2-59BA-7609-B6C7-ED0F5CAC9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26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403A-5C48-28F4-E801-E01F7624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0404-4DE1-B408-298D-DD79F5D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1. Sampling cases to compare. We use equal number of cases from each class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EE59-2BCC-08CB-4A2C-BCF501C64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14:cNvPr>
              <p14:cNvContentPartPr/>
              <p14:nvPr/>
            </p14:nvContentPartPr>
            <p14:xfrm>
              <a:off x="1189366" y="4634186"/>
              <a:ext cx="1493725" cy="145208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1369" y="4616192"/>
                <a:ext cx="1529358" cy="14877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944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926B-8B34-07AE-3AF1-CE92ADFF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6285-5C7E-FEAC-5CF3-4CEF74A7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2. Extract Features. ResNet, Doc2Vec, Transformers, </a:t>
            </a:r>
            <a:r>
              <a:rPr lang="en-US" sz="4000" u="sng">
                <a:ea typeface="+mj-lt"/>
                <a:cs typeface="+mj-lt"/>
              </a:rPr>
              <a:t>surface features, CNN, Bi-LSTM</a:t>
            </a:r>
            <a:r>
              <a:rPr lang="en-US" sz="4000">
                <a:ea typeface="+mj-lt"/>
                <a:cs typeface="+mj-lt"/>
              </a:rPr>
              <a:t>...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95F30-8CCC-05FE-9818-7064AD1D2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14:cNvPr>
              <p14:cNvContentPartPr/>
              <p14:nvPr/>
            </p14:nvContentPartPr>
            <p14:xfrm>
              <a:off x="2619607" y="1972848"/>
              <a:ext cx="1963537" cy="119041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1609" y="1954855"/>
                <a:ext cx="1999172" cy="1226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14:cNvPr>
              <p14:cNvContentPartPr/>
              <p14:nvPr/>
            </p14:nvContentPartPr>
            <p14:xfrm>
              <a:off x="2671693" y="4863732"/>
              <a:ext cx="1974096" cy="10866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3698" y="4845736"/>
                <a:ext cx="2009727" cy="11222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40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00B7-57E7-0D9C-676B-018E2679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6BA6-7C79-BA32-05AC-2DE99BFD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3. Calculate Feature Distance. </a:t>
            </a:r>
            <a:r>
              <a:rPr lang="en-US" sz="4000" u="sng">
                <a:ea typeface="Calibri Light"/>
                <a:cs typeface="Calibri Light"/>
              </a:rPr>
              <a:t>Euclidean distance</a:t>
            </a:r>
            <a:r>
              <a:rPr lang="en-US" sz="4000">
                <a:ea typeface="Calibri Light"/>
                <a:cs typeface="Calibri Light"/>
              </a:rPr>
              <a:t>, cosine distance. 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82801-A77C-0793-78FA-1F72FC74F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14:cNvPr>
              <p14:cNvContentPartPr/>
              <p14:nvPr/>
            </p14:nvContentPartPr>
            <p14:xfrm>
              <a:off x="4957764" y="918102"/>
              <a:ext cx="2057248" cy="522008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9765" y="900103"/>
                <a:ext cx="2092885" cy="52557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84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FFE6-D3D0-2850-BB73-8D6845A4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3D6D-9F61-197D-BF2F-BE13C1DF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4. Weight each feature distance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E1232-EE22-C7F8-30B8-0D04588F6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14:cNvPr>
              <p14:cNvContentPartPr/>
              <p14:nvPr/>
            </p14:nvContentPartPr>
            <p14:xfrm>
              <a:off x="7285517" y="1900184"/>
              <a:ext cx="1096937" cy="406082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7523" y="1882185"/>
                <a:ext cx="1132566" cy="40964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268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A4F9-2620-B02D-95CE-D540FEA9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13E1-7B82-0257-FAF3-2CA66B66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5. Calculate case activation based on distance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15AA23-F2B7-606C-E813-078947D4E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14:cNvPr>
              <p14:cNvContentPartPr/>
              <p14:nvPr/>
            </p14:nvContentPartPr>
            <p14:xfrm>
              <a:off x="8590414" y="1474941"/>
              <a:ext cx="2653738" cy="168779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72775" y="1457304"/>
                <a:ext cx="2689376" cy="17234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232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6EB7-10DD-E00F-26CB-E7EBF273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903-A78F-02DC-CDBF-3807FDE14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6. Activate the corresponding classes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818B8-7CF4-B3E0-FCF5-891785DDA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14:cNvPr>
              <p14:cNvContentPartPr/>
              <p14:nvPr/>
            </p14:nvContentPartPr>
            <p14:xfrm>
              <a:off x="9006900" y="3191536"/>
              <a:ext cx="1962321" cy="367006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9264" y="3173538"/>
                <a:ext cx="1997954" cy="37057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588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6650-C42F-3914-D236-275CDFD1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Intuitive Explanation 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BF7C-0D01-AA6B-FF12-DF969E8A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 is composed of: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feature distances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case activations using feature distances</a:t>
            </a:r>
          </a:p>
          <a:p>
            <a:pPr marL="914400" lvl="2" indent="0">
              <a:buNone/>
            </a:pPr>
            <a:r>
              <a:rPr lang="en-US" sz="2400">
                <a:ea typeface="Calibri"/>
                <a:cs typeface="Calibri"/>
              </a:rPr>
              <a:t>(case activation really is just the inverse of case distance)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activates classes based on activated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final layer to summarize/adapt all classes</a:t>
            </a:r>
          </a:p>
        </p:txBody>
      </p:sp>
    </p:spTree>
    <p:extLst>
      <p:ext uri="{BB962C8B-B14F-4D97-AF65-F5344CB8AC3E}">
        <p14:creationId xmlns:p14="http://schemas.microsoft.com/office/powerpoint/2010/main" val="1318958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4048-83F8-BB9A-C4F0-3C7ECD0A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0B53-D82E-5AAD-91D7-B844E77D9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Regression by adding:</a:t>
            </a:r>
          </a:p>
          <a:p>
            <a:r>
              <a:rPr lang="en-US" dirty="0"/>
              <a:t>Weighted Average</a:t>
            </a:r>
          </a:p>
          <a:p>
            <a:r>
              <a:rPr lang="en-US" dirty="0"/>
              <a:t>Adaptation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091F6-5410-E71F-B87C-E56E5BBDE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38" y="113837"/>
            <a:ext cx="4582164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3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E81E-3FC1-A982-9858-4FA9F14C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Benefits of NN-kNN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713F-3104-7E12-62AB-41D35B56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Calibri"/>
              </a:rPr>
              <a:t>Fully </a:t>
            </a:r>
            <a:r>
              <a:rPr lang="en-US" dirty="0" err="1">
                <a:solidFill>
                  <a:srgbClr val="C00000"/>
                </a:solidFill>
                <a:cs typeface="Calibri"/>
              </a:rPr>
              <a:t>intrepretable</a:t>
            </a:r>
            <a:r>
              <a:rPr lang="en-US" dirty="0">
                <a:solidFill>
                  <a:srgbClr val="C00000"/>
                </a:solidFill>
                <a:cs typeface="Calibri"/>
              </a:rPr>
              <a:t> as a k-NN</a:t>
            </a:r>
            <a:r>
              <a:rPr lang="en-US" dirty="0">
                <a:cs typeface="Calibri"/>
              </a:rPr>
              <a:t>: Can show similar features and highly </a:t>
            </a:r>
            <a:r>
              <a:rPr lang="en-US" dirty="0">
                <a:ea typeface="+mn-lt"/>
                <a:cs typeface="+mn-lt"/>
              </a:rPr>
              <a:t>activated </a:t>
            </a:r>
            <a:r>
              <a:rPr lang="en-US" dirty="0">
                <a:cs typeface="Calibri"/>
              </a:rPr>
              <a:t>cases. </a:t>
            </a: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Powerful like a normal NN</a:t>
            </a:r>
            <a:r>
              <a:rPr lang="en-US" dirty="0">
                <a:cs typeface="Calibri"/>
              </a:rPr>
              <a:t>: 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is trained to minimize a loss using back propagation.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Harmonizes different components</a:t>
            </a:r>
            <a:r>
              <a:rPr lang="en-US" dirty="0">
                <a:cs typeface="Calibri"/>
              </a:rPr>
              <a:t>. Trained end-to-end. We can train feature weighting and case weighting together; We can balance the loss between accuracy and explainability; We can also train feature extraction, retrieval (and even adaptation) together.</a:t>
            </a:r>
            <a:endParaRPr lang="en-US" dirty="0">
              <a:ea typeface="Calibri"/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6753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8C0F-52D6-792A-13A8-AE988017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relates to Winnie’s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91A0-92C3-71B4-B9E4-42600FE12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55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0D36-5B50-4AB9-C2C4-86FE1784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1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Concept-based explanation</a:t>
            </a:r>
          </a:p>
        </p:txBody>
      </p:sp>
      <p:pic>
        <p:nvPicPr>
          <p:cNvPr id="5" name="Content Placeholder 4" descr="A diagram of a person's prediction&#10;&#10;AI-generated content may be incorrect.">
            <a:extLst>
              <a:ext uri="{FF2B5EF4-FFF2-40B4-BE49-F238E27FC236}">
                <a16:creationId xmlns:a16="http://schemas.microsoft.com/office/drawing/2014/main" id="{8C2C6E71-3C1D-AC8E-19C1-8B828EAFD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8053" y="1203997"/>
            <a:ext cx="7711784" cy="173831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B0CB1C-F7E4-3D22-EA75-70EE37133808}"/>
              </a:ext>
            </a:extLst>
          </p:cNvPr>
          <p:cNvSpPr/>
          <p:nvPr/>
        </p:nvSpPr>
        <p:spPr>
          <a:xfrm>
            <a:off x="5923945" y="1651824"/>
            <a:ext cx="2113927" cy="504000"/>
          </a:xfrm>
          <a:prstGeom prst="rect">
            <a:avLst/>
          </a:prstGeom>
          <a:solidFill>
            <a:srgbClr val="DDE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49445-42DB-998D-43F5-E34C27D3C60B}"/>
              </a:ext>
            </a:extLst>
          </p:cNvPr>
          <p:cNvSpPr/>
          <p:nvPr/>
        </p:nvSpPr>
        <p:spPr>
          <a:xfrm>
            <a:off x="5574899" y="2349685"/>
            <a:ext cx="2113927" cy="504000"/>
          </a:xfrm>
          <a:prstGeom prst="rect">
            <a:avLst/>
          </a:prstGeom>
          <a:solidFill>
            <a:srgbClr val="DDE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623DC-84F2-C9F4-BBA3-911E0B445DC7}"/>
              </a:ext>
            </a:extLst>
          </p:cNvPr>
          <p:cNvSpPr/>
          <p:nvPr/>
        </p:nvSpPr>
        <p:spPr>
          <a:xfrm>
            <a:off x="9037502" y="1939006"/>
            <a:ext cx="698092" cy="504000"/>
          </a:xfrm>
          <a:prstGeom prst="rect">
            <a:avLst/>
          </a:prstGeom>
          <a:solidFill>
            <a:srgbClr val="DDE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912B4-5AA5-6C03-5E84-435FDC2FB40A}"/>
              </a:ext>
            </a:extLst>
          </p:cNvPr>
          <p:cNvSpPr txBox="1"/>
          <p:nvPr/>
        </p:nvSpPr>
        <p:spPr>
          <a:xfrm>
            <a:off x="5846592" y="1739592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EF29-3FCE-2350-1109-DECF607818A8}"/>
              </a:ext>
            </a:extLst>
          </p:cNvPr>
          <p:cNvSpPr txBox="1"/>
          <p:nvPr/>
        </p:nvSpPr>
        <p:spPr>
          <a:xfrm>
            <a:off x="5507981" y="2385291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619A0-AFD6-FE73-941A-5E33A8771EB0}"/>
              </a:ext>
            </a:extLst>
          </p:cNvPr>
          <p:cNvSpPr txBox="1"/>
          <p:nvPr/>
        </p:nvSpPr>
        <p:spPr>
          <a:xfrm>
            <a:off x="1043752" y="3000581"/>
            <a:ext cx="9948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Explanation: This image is an </a:t>
            </a:r>
            <a:r>
              <a:rPr lang="en-US" b="1" dirty="0">
                <a:solidFill>
                  <a:srgbClr val="FF0000"/>
                </a:solidFill>
              </a:rPr>
              <a:t>Eosinophil</a:t>
            </a:r>
            <a:r>
              <a:rPr lang="en-US" dirty="0"/>
              <a:t> because its </a:t>
            </a:r>
            <a:r>
              <a:rPr lang="en-US" b="1" dirty="0">
                <a:solidFill>
                  <a:schemeClr val="accent6"/>
                </a:solidFill>
              </a:rPr>
              <a:t>granule color is red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cell shape is round</a:t>
            </a:r>
            <a:r>
              <a:rPr lang="en-US" dirty="0"/>
              <a:t>.</a:t>
            </a:r>
          </a:p>
        </p:txBody>
      </p:sp>
      <p:pic>
        <p:nvPicPr>
          <p:cNvPr id="1026" name="Picture 2" descr="1,300+ Red Cross Symbol Stock Illustrations, Royalty-Free Vector Graphics &amp;  Clip Art - iStock | American red cross symbol">
            <a:extLst>
              <a:ext uri="{FF2B5EF4-FFF2-40B4-BE49-F238E27FC236}">
                <a16:creationId xmlns:a16="http://schemas.microsoft.com/office/drawing/2014/main" id="{B53FC956-9066-91DD-18BC-5E420D77A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850" y="3953321"/>
            <a:ext cx="290785" cy="29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E5ED6C-4DE0-41CE-F3E3-7623C568AFA2}"/>
              </a:ext>
            </a:extLst>
          </p:cNvPr>
          <p:cNvSpPr txBox="1"/>
          <p:nvPr/>
        </p:nvSpPr>
        <p:spPr>
          <a:xfrm>
            <a:off x="2597636" y="3940518"/>
            <a:ext cx="346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concept is treated equally 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43302-FC2E-CB26-E10D-BB29DB305071}"/>
              </a:ext>
            </a:extLst>
          </p:cNvPr>
          <p:cNvSpPr txBox="1"/>
          <p:nvPr/>
        </p:nvSpPr>
        <p:spPr>
          <a:xfrm>
            <a:off x="2582886" y="4336681"/>
            <a:ext cx="3979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Models do not consider the clinical importance of the concepts.</a:t>
            </a:r>
          </a:p>
        </p:txBody>
      </p:sp>
      <p:pic>
        <p:nvPicPr>
          <p:cNvPr id="13" name="Picture 2" descr="1,300+ Red Cross Symbol Stock Illustrations, Royalty-Free Vector Graphics &amp;  Clip Art - iStock | American red cross symbol">
            <a:extLst>
              <a:ext uri="{FF2B5EF4-FFF2-40B4-BE49-F238E27FC236}">
                <a16:creationId xmlns:a16="http://schemas.microsoft.com/office/drawing/2014/main" id="{9BA81156-F832-B036-BFF9-115FDDA03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850" y="4396732"/>
            <a:ext cx="290785" cy="29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screenshot of a cell scale&#10;&#10;Description automatically generated">
            <a:extLst>
              <a:ext uri="{FF2B5EF4-FFF2-40B4-BE49-F238E27FC236}">
                <a16:creationId xmlns:a16="http://schemas.microsoft.com/office/drawing/2014/main" id="{0CC65E04-B128-B801-0DF0-995BC75C68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12"/>
          <a:stretch/>
        </p:blipFill>
        <p:spPr>
          <a:xfrm>
            <a:off x="6500922" y="3488088"/>
            <a:ext cx="3026068" cy="31795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FFE4FE-1CD7-5E43-947C-9005DB817E05}"/>
              </a:ext>
            </a:extLst>
          </p:cNvPr>
          <p:cNvSpPr txBox="1"/>
          <p:nvPr/>
        </p:nvSpPr>
        <p:spPr>
          <a:xfrm>
            <a:off x="422890" y="6510127"/>
            <a:ext cx="5193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Koh, P.W., et al. Concept bottleneck models. ICML (2020)</a:t>
            </a:r>
          </a:p>
        </p:txBody>
      </p:sp>
    </p:spTree>
    <p:extLst>
      <p:ext uri="{BB962C8B-B14F-4D97-AF65-F5344CB8AC3E}">
        <p14:creationId xmlns:p14="http://schemas.microsoft.com/office/powerpoint/2010/main" val="303109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0073-72A7-F69B-DD47-D1DD816C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64E1-BFCC-91E8-8AB4-FD1976C1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bottleneck models go from input-&gt; concepts -&gt; prediction</a:t>
            </a:r>
          </a:p>
          <a:p>
            <a:r>
              <a:rPr lang="en-US" dirty="0"/>
              <a:t>Ours: input -&gt; cases -&gt; prediction</a:t>
            </a:r>
          </a:p>
          <a:p>
            <a:r>
              <a:rPr lang="en-US" dirty="0"/>
              <a:t>Potentially, if we treat cases as if they are concepts, then the two are very similar</a:t>
            </a:r>
          </a:p>
          <a:p>
            <a:r>
              <a:rPr lang="en-US" dirty="0"/>
              <a:t>Also, concept-based and case-based explanation could coexist</a:t>
            </a:r>
          </a:p>
          <a:p>
            <a:r>
              <a:rPr lang="en-US" dirty="0"/>
              <a:t>In parallel, or in waterflow</a:t>
            </a:r>
          </a:p>
        </p:txBody>
      </p:sp>
    </p:spTree>
    <p:extLst>
      <p:ext uri="{BB962C8B-B14F-4D97-AF65-F5344CB8AC3E}">
        <p14:creationId xmlns:p14="http://schemas.microsoft.com/office/powerpoint/2010/main" val="212385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E995-AFEA-0EA6-81C1-3A9E0D50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Concept-based explanation with </a:t>
            </a:r>
            <a:br>
              <a:rPr lang="en-US" dirty="0"/>
            </a:br>
            <a:r>
              <a:rPr lang="en-US" dirty="0"/>
              <a:t>clinical importance</a:t>
            </a:r>
          </a:p>
        </p:txBody>
      </p:sp>
      <p:pic>
        <p:nvPicPr>
          <p:cNvPr id="5" name="Picture 4" descr="A diagram of a cell type prediction&#10;&#10;AI-generated content may be incorrect.">
            <a:extLst>
              <a:ext uri="{FF2B5EF4-FFF2-40B4-BE49-F238E27FC236}">
                <a16:creationId xmlns:a16="http://schemas.microsoft.com/office/drawing/2014/main" id="{D71A9680-4654-C1C4-E93E-A2B1D2877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6" y="1867719"/>
            <a:ext cx="11452187" cy="4341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9EC73-CC30-07E6-0DBB-6B3BA7A0944D}"/>
              </a:ext>
            </a:extLst>
          </p:cNvPr>
          <p:cNvSpPr txBox="1"/>
          <p:nvPr/>
        </p:nvSpPr>
        <p:spPr>
          <a:xfrm>
            <a:off x="838200" y="6492875"/>
            <a:ext cx="9861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 Pang, X Ke, S Tsutsui, B Wen. Integrating Clinical Knowledge into Concept Bottleneck Models. MICCAI 2024 </a:t>
            </a:r>
          </a:p>
        </p:txBody>
      </p:sp>
    </p:spTree>
    <p:extLst>
      <p:ext uri="{BB962C8B-B14F-4D97-AF65-F5344CB8AC3E}">
        <p14:creationId xmlns:p14="http://schemas.microsoft.com/office/powerpoint/2010/main" val="2417798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DDE6-AF87-7253-0F40-98002E3E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kind of are trying the same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95A31-C4A4-1344-5501-722C13983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learned feature weights and case weights to identify which features and cases are important.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116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AD56-63D5-A040-1800-BFEE0680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32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Enhancing AI models with external image-caption knowledge</a:t>
            </a:r>
          </a:p>
        </p:txBody>
      </p:sp>
      <p:pic>
        <p:nvPicPr>
          <p:cNvPr id="5" name="Content Placeholder 4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8F3AA37E-F141-958A-07BD-9A3A7CD6D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9725"/>
          <a:stretch>
            <a:fillRect/>
          </a:stretch>
        </p:blipFill>
        <p:spPr>
          <a:xfrm>
            <a:off x="0" y="2363188"/>
            <a:ext cx="5807385" cy="1805855"/>
          </a:xfrm>
        </p:spPr>
      </p:pic>
      <p:pic>
        <p:nvPicPr>
          <p:cNvPr id="6" name="Content Placeholder 4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A7CB5451-E8D1-9322-B4F9-D4D89E65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91" t="30275" r="7776"/>
          <a:stretch>
            <a:fillRect/>
          </a:stretch>
        </p:blipFill>
        <p:spPr>
          <a:xfrm>
            <a:off x="6028153" y="1272233"/>
            <a:ext cx="5807385" cy="50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07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CF00-E483-FD15-7615-8756A6BE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thinking similarly about retrieving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2232-9576-380F-E2C4-348D1DD27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Ours: Input -&gt; Cases -&gt; Prediction</a:t>
            </a:r>
          </a:p>
          <a:p>
            <a:r>
              <a:rPr lang="en-US" dirty="0"/>
              <a:t>We don’t have concepts in the middle. </a:t>
            </a:r>
          </a:p>
          <a:p>
            <a:r>
              <a:rPr lang="en-US" dirty="0"/>
              <a:t>Potentially a combination could work better? </a:t>
            </a:r>
          </a:p>
          <a:p>
            <a:r>
              <a:rPr lang="en-US" dirty="0"/>
              <a:t>Input -&gt; Cases -&gt; Concepts -&gt; Prediction</a:t>
            </a:r>
          </a:p>
          <a:p>
            <a:r>
              <a:rPr lang="en-US" dirty="0"/>
              <a:t>Input -&gt; Concepts -&gt; Cases -&gt; Prediction</a:t>
            </a:r>
          </a:p>
          <a:p>
            <a:r>
              <a:rPr lang="en-US" dirty="0"/>
              <a:t>Parallel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1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0B67-12A6-C448-6E84-B9AC0B6F4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Experiments and Results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45D2F79-8FC1-8548-99A9-99160D96E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4715"/>
          <a:stretch>
            <a:fillRect/>
          </a:stretch>
        </p:blipFill>
        <p:spPr>
          <a:xfrm>
            <a:off x="303937" y="1396221"/>
            <a:ext cx="5956349" cy="2032779"/>
          </a:xfrm>
        </p:spPr>
      </p:pic>
      <p:pic>
        <p:nvPicPr>
          <p:cNvPr id="8" name="Picture 7" descr="A diagram of a black-brown mole&#10;&#10;AI-generated content may be incorrect.">
            <a:extLst>
              <a:ext uri="{FF2B5EF4-FFF2-40B4-BE49-F238E27FC236}">
                <a16:creationId xmlns:a16="http://schemas.microsoft.com/office/drawing/2014/main" id="{D6C4ECCF-E142-9A20-3D87-BDCCB7E2F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49" y="1442715"/>
            <a:ext cx="5093514" cy="50935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8BC27B-04B4-3AE0-991F-B566EC842308}"/>
              </a:ext>
            </a:extLst>
          </p:cNvPr>
          <p:cNvSpPr txBox="1"/>
          <p:nvPr/>
        </p:nvSpPr>
        <p:spPr>
          <a:xfrm>
            <a:off x="433953" y="3367006"/>
            <a:ext cx="5956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models outperforms other </a:t>
            </a:r>
            <a:r>
              <a:rPr lang="zh-CN" altLang="en-US" dirty="0"/>
              <a:t> </a:t>
            </a:r>
            <a:r>
              <a:rPr lang="en-US" altLang="zh-CN" dirty="0"/>
              <a:t>baselines</a:t>
            </a:r>
            <a:r>
              <a:rPr lang="zh-CN" altLang="en-US" dirty="0"/>
              <a:t> </a:t>
            </a:r>
            <a:r>
              <a:rPr lang="en-US" dirty="0"/>
              <a:t>on concept and class predictions.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F7066-23D9-03D8-15F1-3AF8CE152F31}"/>
              </a:ext>
            </a:extLst>
          </p:cNvPr>
          <p:cNvSpPr txBox="1"/>
          <p:nvPr/>
        </p:nvSpPr>
        <p:spPr>
          <a:xfrm>
            <a:off x="303937" y="5461779"/>
            <a:ext cx="7364918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model-retrieved examples fail, expert can provide more relevant examples to correct the prediction (human-in-the-loop interaction).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13D745-B51D-48FA-1EEE-D23C3FF6BFAE}"/>
              </a:ext>
            </a:extLst>
          </p:cNvPr>
          <p:cNvSpPr/>
          <p:nvPr/>
        </p:nvSpPr>
        <p:spPr>
          <a:xfrm>
            <a:off x="7409903" y="4541003"/>
            <a:ext cx="3531900" cy="1995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55A0B7-FF5E-743C-BBFD-2EE999F02A87}"/>
              </a:ext>
            </a:extLst>
          </p:cNvPr>
          <p:cNvSpPr/>
          <p:nvPr/>
        </p:nvSpPr>
        <p:spPr>
          <a:xfrm>
            <a:off x="8284209" y="3982341"/>
            <a:ext cx="2223642" cy="1048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442786-73C9-1239-D7C5-2873C0A759B5}"/>
              </a:ext>
            </a:extLst>
          </p:cNvPr>
          <p:cNvSpPr/>
          <p:nvPr/>
        </p:nvSpPr>
        <p:spPr>
          <a:xfrm>
            <a:off x="11355417" y="4211865"/>
            <a:ext cx="496467" cy="1048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0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CAEE-3BE0-3A5A-68E6-9D083C54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D1A6B-C5C3-CF98-C30B-A5AE0825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allow manual edits of feature/case weights</a:t>
            </a:r>
          </a:p>
          <a:p>
            <a:r>
              <a:rPr lang="en-US" dirty="0"/>
              <a:t>Normally not possible in any other neural net</a:t>
            </a:r>
          </a:p>
          <a:p>
            <a:r>
              <a:rPr lang="en-US" dirty="0"/>
              <a:t>But because ours is essentially k-NN, every weight has a semantic meaning.</a:t>
            </a:r>
          </a:p>
          <a:p>
            <a:r>
              <a:rPr lang="en-US" dirty="0">
                <a:hlinkClick r:id="rId2"/>
              </a:rPr>
              <a:t>View of Fully Interpretable and Adjustable Model for Depression Diagnosis: A Qualitative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02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B2C6-6EEA-5297-3682-2A237347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3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challenge: Evaluating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D46B-0330-F724-7ECE-9961E5CCB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How do we justify that one explanation is better than others?</a:t>
            </a:r>
          </a:p>
          <a:p>
            <a:r>
              <a:rPr lang="en-US" dirty="0"/>
              <a:t>Reviewer Feedback:  </a:t>
            </a:r>
          </a:p>
          <a:p>
            <a:pPr lvl="1"/>
            <a:r>
              <a:rPr lang="en-US" dirty="0"/>
              <a:t>The paper does not provide a rigorous evaluation framework to support its interpretability claims. It remains unclear how interpretability improvements are measured or validated. </a:t>
            </a:r>
          </a:p>
        </p:txBody>
      </p:sp>
    </p:spTree>
    <p:extLst>
      <p:ext uri="{BB962C8B-B14F-4D97-AF65-F5344CB8AC3E}">
        <p14:creationId xmlns:p14="http://schemas.microsoft.com/office/powerpoint/2010/main" val="2661950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A7BD-E33D-A64A-6FB1-656BB003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thought: we don’t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2240-4673-531E-A8EA-989EE796D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Cooking</a:t>
            </a:r>
          </a:p>
          <a:p>
            <a:r>
              <a:rPr lang="en-US" dirty="0"/>
              <a:t>How is a certain dish better? (Can only work if you are talking about a specific cuisine style)</a:t>
            </a:r>
          </a:p>
          <a:p>
            <a:r>
              <a:rPr lang="en-US" dirty="0"/>
              <a:t>You can’t easily compare Indian food with Nordic food (not the same ingredients, tools, etc.)</a:t>
            </a:r>
          </a:p>
          <a:p>
            <a:endParaRPr lang="en-US" dirty="0"/>
          </a:p>
          <a:p>
            <a:r>
              <a:rPr lang="en-US" dirty="0"/>
              <a:t>They are many kinds of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539150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A5B0-2559-75EE-097A-2B4584D9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82B95-0139-7F49-3A36-A5AA2F175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do want a rigorous quantification of goodness of an explanation</a:t>
            </a:r>
          </a:p>
          <a:p>
            <a:r>
              <a:rPr lang="en-US" dirty="0"/>
              <a:t>Has to be limited to a specific task, user group, using a metric that involves little subjectivity.</a:t>
            </a:r>
          </a:p>
          <a:p>
            <a:endParaRPr lang="en-US" dirty="0"/>
          </a:p>
          <a:p>
            <a:r>
              <a:rPr lang="en-US" dirty="0"/>
              <a:t>But this is weird too:</a:t>
            </a:r>
          </a:p>
          <a:p>
            <a:r>
              <a:rPr lang="en-US" dirty="0"/>
              <a:t>You don’t measure how good an Indian food is by a scoring metric, but you know if an Indian food is top-tier when you taste it. </a:t>
            </a:r>
          </a:p>
        </p:txBody>
      </p:sp>
    </p:spTree>
    <p:extLst>
      <p:ext uri="{BB962C8B-B14F-4D97-AF65-F5344CB8AC3E}">
        <p14:creationId xmlns:p14="http://schemas.microsoft.com/office/powerpoint/2010/main" val="2459831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7CFE-9494-DBE0-010B-1F113FFAD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5A1E-7309-F9D7-80A2-9892024E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can be subjective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5608-CC11-4200-D73E-F1472E0F3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the context, the user group, the goal:</a:t>
            </a:r>
          </a:p>
          <a:p>
            <a:r>
              <a:rPr lang="en-US" dirty="0"/>
              <a:t>How good is the food from the food truck? How good is the food from the street stamp? How good is the food from the high-class restaurant?</a:t>
            </a:r>
          </a:p>
          <a:p>
            <a:endParaRPr lang="en-US" dirty="0"/>
          </a:p>
          <a:p>
            <a:r>
              <a:rPr lang="en-US" dirty="0"/>
              <a:t>We either measure too broad a scope and has to consider many things, and be general, and risk our results not that useful</a:t>
            </a:r>
          </a:p>
          <a:p>
            <a:r>
              <a:rPr lang="en-US" dirty="0"/>
              <a:t>Or we measure a specific scope, for a small group of user: Confidence in diagnosing certain diseases given visual explanation of highlights.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636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B4D0-6DF8-0B22-3DE2-5F71490E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023C-32CF-AA8C-04BB-F278B5E8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can be somewhat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E783-ECA0-AEB2-EE00-B39D09EFB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769"/>
            <a:ext cx="10515600" cy="46581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what I have been trying to do. </a:t>
            </a:r>
          </a:p>
          <a:p>
            <a:r>
              <a:rPr lang="en-US" dirty="0"/>
              <a:t>If ground-truth is known, an interpretable model can display its learned weights/biases as explanation.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train a NN-</a:t>
            </a:r>
            <a:r>
              <a:rPr lang="en-US" dirty="0" err="1"/>
              <a:t>kNN</a:t>
            </a:r>
            <a:r>
              <a:rPr lang="en-US" dirty="0"/>
              <a:t>, and learn the feature importance, and check if they align with the ground truth.</a:t>
            </a:r>
          </a:p>
          <a:p>
            <a:r>
              <a:rPr lang="en-US" dirty="0"/>
              <a:t>We can also learn case importance, and check if the non-important cases are actually the noisy ones.</a:t>
            </a:r>
          </a:p>
          <a:p>
            <a:r>
              <a:rPr lang="en-US" dirty="0"/>
              <a:t>Downside: seems trivial. If only we can have a real-world example of this…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50E9E-8AF6-44E4-2F2E-426189099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229" y="3154680"/>
            <a:ext cx="3115110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56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1441-638F-E9AF-1AB8-91889FBF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6F1D-2776-D5FC-CE5E-AB176271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can be somewhat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3AEE-E3A5-72A4-5061-0F961BF4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769"/>
            <a:ext cx="10515600" cy="4658106"/>
          </a:xfrm>
        </p:spPr>
        <p:txBody>
          <a:bodyPr>
            <a:normAutofit/>
          </a:bodyPr>
          <a:lstStyle/>
          <a:p>
            <a:r>
              <a:rPr lang="en-US" dirty="0"/>
              <a:t>In your work, you showed a table like this, representing human-level ground truth. I think this is measurable. </a:t>
            </a:r>
          </a:p>
          <a:p>
            <a:endParaRPr lang="en-US" dirty="0"/>
          </a:p>
        </p:txBody>
      </p:sp>
      <p:pic>
        <p:nvPicPr>
          <p:cNvPr id="4" name="Picture 3" descr="A screenshot of a cell scale&#10;&#10;Description automatically generated">
            <a:extLst>
              <a:ext uri="{FF2B5EF4-FFF2-40B4-BE49-F238E27FC236}">
                <a16:creationId xmlns:a16="http://schemas.microsoft.com/office/drawing/2014/main" id="{0CC65E04-B128-B801-0DF0-995BC75C6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"/>
          <a:stretch/>
        </p:blipFill>
        <p:spPr>
          <a:xfrm>
            <a:off x="0" y="2745607"/>
            <a:ext cx="3026068" cy="3179588"/>
          </a:xfrm>
          <a:prstGeom prst="rect">
            <a:avLst/>
          </a:prstGeom>
        </p:spPr>
      </p:pic>
      <p:pic>
        <p:nvPicPr>
          <p:cNvPr id="6" name="Picture 5" descr="A table of informational data&#10;&#10;AI-generated content may be incorrect.">
            <a:extLst>
              <a:ext uri="{FF2B5EF4-FFF2-40B4-BE49-F238E27FC236}">
                <a16:creationId xmlns:a16="http://schemas.microsoft.com/office/drawing/2014/main" id="{B9985374-255C-7C2D-B8D8-F330E7A9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99" y="2745607"/>
            <a:ext cx="7772400" cy="365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03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A26D-7AED-79E8-C0A8-4AA2DB5E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are results can be skipped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79F4-B9F7-AA4A-CA43-1044C6FE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89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204-4E28-0890-9CC7-FB66FB4A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5751-E033-2125-9C02-9D68CD56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Does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provide accuracy comparable to other models? </a:t>
            </a:r>
          </a:p>
          <a:p>
            <a:r>
              <a:rPr lang="en-US">
                <a:ea typeface="+mn-lt"/>
                <a:cs typeface="+mn-lt"/>
              </a:rPr>
              <a:t>Are the cases activated by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good explanations for the model’s final decision? Potentially,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as a neural network could make correct predictions for the wrong reasons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0561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cs typeface="Calibri Light"/>
              </a:rPr>
              <a:t>Evaluation: Simple Classification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Calibri"/>
              </a:rPr>
              <a:t>Compared with other 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methods: an older version of NN-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using either global or local weighting, a vanilla k-NN, </a:t>
            </a:r>
            <a:r>
              <a:rPr lang="en-US">
                <a:ea typeface="+mn-lt"/>
                <a:cs typeface="+mn-lt"/>
              </a:rPr>
              <a:t>Neighborhood Components Analysis (NCA) and Large Margin Nearest Neighbor (LMNN). NCA and LMNN can be considered as state-of-the-art k-NN methods.</a:t>
            </a:r>
          </a:p>
          <a:p>
            <a:r>
              <a:rPr lang="en-US">
                <a:cs typeface="Calibri"/>
              </a:rPr>
              <a:t>Also compared to a neural net of similar complexity.</a:t>
            </a:r>
          </a:p>
          <a:p>
            <a:r>
              <a:rPr lang="en-US">
                <a:ea typeface="Calibri" panose="020F0502020204030204"/>
                <a:cs typeface="Calibri"/>
              </a:rPr>
              <a:t>Parameter settings are in paper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62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n-US" sz="4800">
                <a:cs typeface="Calibri Light"/>
              </a:rPr>
              <a:t>Evaluation:</a:t>
            </a:r>
            <a:br>
              <a:rPr lang="en-US" sz="4800">
                <a:ea typeface="Calibri Light"/>
                <a:cs typeface="Calibri Light"/>
              </a:rPr>
            </a:br>
            <a:r>
              <a:rPr lang="en-US" sz="4800">
                <a:cs typeface="Calibri Light"/>
              </a:rPr>
              <a:t>Simple Classification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ea typeface="Calibri"/>
                <a:cs typeface="Calibri"/>
              </a:rPr>
              <a:t>Data</a:t>
            </a:r>
            <a:r>
              <a:rPr lang="en-US" dirty="0">
                <a:cs typeface="Calibri"/>
              </a:rPr>
              <a:t> sets: Sample small standard tabular data sets, for classification and regression.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Two additional generated dataset (zebra patterns shown top right)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(a), only feature X is important while Y is irrelevant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(b), X is important when X &lt; 100, and Y is important when X &gt; 100.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They test models' ability to learn a local weighting (local landscape).</a:t>
            </a:r>
          </a:p>
        </p:txBody>
      </p:sp>
      <p:pic>
        <p:nvPicPr>
          <p:cNvPr id="4" name="Picture 3" descr="A comparison of a number of datasets&#10;&#10;Description automatically generated">
            <a:extLst>
              <a:ext uri="{FF2B5EF4-FFF2-40B4-BE49-F238E27FC236}">
                <a16:creationId xmlns:a16="http://schemas.microsoft.com/office/drawing/2014/main" id="{B6FD6CC4-48EC-6F0A-39E6-14DF21C5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17" y="-2385"/>
            <a:ext cx="6157880" cy="26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57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8D44A-40D6-721B-F8BD-0ACBD344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older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46B68792-6ABF-45AE-CFF6-8C6D4DD74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557" y="1390899"/>
            <a:ext cx="9764886" cy="4394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BB6F9-D663-8C14-BD97-E79A7283D000}"/>
              </a:ext>
            </a:extLst>
          </p:cNvPr>
          <p:cNvSpPr txBox="1"/>
          <p:nvPr/>
        </p:nvSpPr>
        <p:spPr>
          <a:xfrm>
            <a:off x="984483" y="6081564"/>
            <a:ext cx="10772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Previous results from "Towards network implementation of </a:t>
            </a:r>
            <a:r>
              <a:rPr lang="en-US" err="1">
                <a:ea typeface="Calibri"/>
                <a:cs typeface="Calibri"/>
              </a:rPr>
              <a:t>cbr</a:t>
            </a:r>
            <a:r>
              <a:rPr lang="en-US">
                <a:ea typeface="Calibri"/>
                <a:cs typeface="Calibri"/>
              </a:rPr>
              <a:t>: Case study of a neural network k-</a:t>
            </a:r>
            <a:r>
              <a:rPr lang="en-US" err="1">
                <a:ea typeface="Calibri"/>
                <a:cs typeface="Calibri"/>
              </a:rPr>
              <a:t>nn</a:t>
            </a:r>
            <a:r>
              <a:rPr lang="en-US">
                <a:ea typeface="Calibri"/>
                <a:cs typeface="Calibri"/>
              </a:rPr>
              <a:t> algorithm"</a:t>
            </a:r>
          </a:p>
        </p:txBody>
      </p:sp>
    </p:spTree>
    <p:extLst>
      <p:ext uri="{BB962C8B-B14F-4D97-AF65-F5344CB8AC3E}">
        <p14:creationId xmlns:p14="http://schemas.microsoft.com/office/powerpoint/2010/main" val="408068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B4A03-94B6-484E-042E-452F6B7E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F7AEC5-2143-6788-3D9E-F2768AC51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FCEC5-570F-40A9-E660-0BB349F3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new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Calibri Light"/>
              <a:cs typeface="Calibri Light"/>
            </a:endParaRPr>
          </a:p>
        </p:txBody>
      </p:sp>
      <p:pic>
        <p:nvPicPr>
          <p:cNvPr id="6" name="Content Placeholder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06275D5-E706-5E1F-F1DE-10D83D83E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7491" y="1680444"/>
            <a:ext cx="7016655" cy="4974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6DCEAF-FC2D-3056-D4B6-FDB836F970F8}"/>
              </a:ext>
            </a:extLst>
          </p:cNvPr>
          <p:cNvSpPr txBox="1"/>
          <p:nvPr/>
        </p:nvSpPr>
        <p:spPr>
          <a:xfrm>
            <a:off x="5340" y="1366190"/>
            <a:ext cx="5131557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Older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 generally outperform or on par with other models</a:t>
            </a: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New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 outperforms older NN-</a:t>
            </a:r>
            <a:r>
              <a:rPr lang="en-US" sz="3200" err="1">
                <a:ea typeface="Calibri"/>
                <a:cs typeface="Calibri"/>
              </a:rPr>
              <a:t>kNN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Increasing </a:t>
            </a:r>
            <a:r>
              <a:rPr lang="en-US" sz="3200" i="1">
                <a:ea typeface="+mn-lt"/>
                <a:cs typeface="+mn-lt"/>
              </a:rPr>
              <a:t>w</a:t>
            </a:r>
            <a:r>
              <a:rPr lang="en-US" sz="3200">
                <a:ea typeface="+mn-lt"/>
                <a:cs typeface="+mn-lt"/>
              </a:rPr>
              <a:t> consistently improves the performance.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The choice of </a:t>
            </a:r>
            <a:r>
              <a:rPr lang="en-US" sz="3200" i="1">
                <a:ea typeface="+mn-lt"/>
                <a:cs typeface="+mn-lt"/>
              </a:rPr>
              <a:t>k </a:t>
            </a:r>
            <a:r>
              <a:rPr lang="en-US" sz="3200">
                <a:ea typeface="+mn-lt"/>
                <a:cs typeface="+mn-lt"/>
              </a:rPr>
              <a:t>(which influenced </a:t>
            </a:r>
            <a:r>
              <a:rPr lang="en-US" sz="2800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r>
              <a:rPr lang="en-US" sz="3200">
                <a:ea typeface="+mn-lt"/>
                <a:cs typeface="+mn-lt"/>
              </a:rPr>
              <a:t>) has a significant impact on performance.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697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380A-3749-4113-EC14-5936BEE2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Image Classification</a:t>
            </a:r>
            <a:endParaRPr lang="en-US"/>
          </a:p>
        </p:txBody>
      </p:sp>
      <p:pic>
        <p:nvPicPr>
          <p:cNvPr id="7" name="Content Placeholder 6" descr="A collage of images of various animals&#10;&#10;AI-generated content may be incorrect.">
            <a:extLst>
              <a:ext uri="{FF2B5EF4-FFF2-40B4-BE49-F238E27FC236}">
                <a16:creationId xmlns:a16="http://schemas.microsoft.com/office/drawing/2014/main" id="{CEB8E905-35D0-BDE2-3E1C-D48ABC535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922" y="-5450"/>
            <a:ext cx="4949258" cy="6864800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35FD1DBC-0DA9-9E00-689C-480560FC9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68" y="2786987"/>
            <a:ext cx="60388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3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BE0E-1CD3-112B-F3EA-75550FD2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Movie Review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Sentiment Classification</a:t>
            </a:r>
            <a:endParaRPr lang="en-US"/>
          </a:p>
        </p:txBody>
      </p:sp>
      <p:pic>
        <p:nvPicPr>
          <p:cNvPr id="4" name="Content Placeholder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6EE5812-06F6-34D1-7655-17D6301E6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18" y="1903875"/>
            <a:ext cx="5838825" cy="3057525"/>
          </a:xfrm>
          <a:prstGeom prst="rect">
            <a:avLst/>
          </a:prstGeom>
        </p:spPr>
      </p:pic>
      <p:pic>
        <p:nvPicPr>
          <p:cNvPr id="6" name="Picture 5" descr="A white and black text&#10;&#10;AI-generated content may be incorrect.">
            <a:extLst>
              <a:ext uri="{FF2B5EF4-FFF2-40B4-BE49-F238E27FC236}">
                <a16:creationId xmlns:a16="http://schemas.microsoft.com/office/drawing/2014/main" id="{661FD0C1-41FB-2263-05A3-73459E63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17" y="1903863"/>
            <a:ext cx="6102539" cy="38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29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C16B-13C5-46EF-BAFA-64FF364E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Discussion: The Good.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 is effective and interpretable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DD96-8FAD-0753-B659-E0A67368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ea typeface="+mn-lt"/>
                <a:cs typeface="+mn-lt"/>
              </a:rPr>
              <a:t>is inherently a neural network with preset neurons (in the case layer), connections (e.g. one case only activates a corresponding class) and preset-but-tunable parameters (weights and biases).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effectively combines general pattern knowledge (weights and bias) and symbolic case knowledge,</a:t>
            </a:r>
            <a:r>
              <a:rPr lang="en-US" dirty="0">
                <a:ea typeface="+mn-lt"/>
                <a:cs typeface="+mn-lt"/>
              </a:rPr>
              <a:t> and scales without sacrificing accuracy.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It allows benefits from both sides. For example: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Can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explain</a:t>
            </a:r>
            <a:r>
              <a:rPr lang="en-US" dirty="0">
                <a:ea typeface="+mn-lt"/>
                <a:cs typeface="+mn-lt"/>
              </a:rPr>
              <a:t> with features and cases.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Allow manual control/debugging with cases/features!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Allow easy incremental learning.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Easily compatible with neural methods (optimization, latent space modeling, regularization techniques)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89702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028A-7862-8151-68D2-F742CCA3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DEC17-DD15-D37C-6A56-66581654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For models operating on high-dimensional feature spaces, the luxury of abundant feature dimensions diminishes the utility of </a:t>
            </a:r>
            <a:r>
              <a:rPr lang="en-US" i="1">
                <a:ea typeface="+mn-lt"/>
                <a:cs typeface="+mn-lt"/>
              </a:rPr>
              <a:t>w</a:t>
            </a:r>
            <a:r>
              <a:rPr lang="en-US">
                <a:ea typeface="+mn-lt"/>
                <a:cs typeface="+mn-lt"/>
              </a:rPr>
              <a:t>. In other words: if you have very strong feature extractor, you just need one set of global feature weighting.</a:t>
            </a:r>
          </a:p>
        </p:txBody>
      </p:sp>
    </p:spTree>
    <p:extLst>
      <p:ext uri="{BB962C8B-B14F-4D97-AF65-F5344CB8AC3E}">
        <p14:creationId xmlns:p14="http://schemas.microsoft.com/office/powerpoint/2010/main" val="3249526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8CED-0343-0D26-772D-068C60DF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2CB9-6999-76AE-1172-C011D03C0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 carries a risk of overfitting when paired with a pre-trained feature extractor, often underperforming compared to a vanilla k-NN using the same extractor.</a:t>
            </a:r>
          </a:p>
          <a:p>
            <a:r>
              <a:rPr lang="en-US">
                <a:ea typeface="+mn-lt"/>
                <a:cs typeface="+mn-lt"/>
              </a:rPr>
              <a:t>Because pre-trained extractors are not optimized for instance-based reasoning</a:t>
            </a:r>
          </a:p>
          <a:p>
            <a:r>
              <a:rPr lang="en-US">
                <a:ea typeface="+mn-lt"/>
                <a:cs typeface="+mn-lt"/>
              </a:rPr>
              <a:t>Notably, this risk is mitigated when the feature extractor is trained jointly with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from scratch, ensuring better alignment with instance-based reasoning objectives.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817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3716-DAE9-A1CC-7C6F-BCAF48AE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Bad 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D454-E1C7-9057-B699-6AC94ADC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It inherits downside from both NN and 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>
                <a:ea typeface="Calibri"/>
                <a:cs typeface="Calibri"/>
              </a:rPr>
              <a:t>(Meta-)Parameters needs some fine tuning.</a:t>
            </a:r>
          </a:p>
          <a:p>
            <a:r>
              <a:rPr lang="en-US">
                <a:ea typeface="Calibri"/>
                <a:cs typeface="Calibri"/>
              </a:rPr>
              <a:t>Cases are interpretable, but the neural part is not. If using too strong a feature extractor, we black-box (part of) the white box again. </a:t>
            </a:r>
          </a:p>
          <a:p>
            <a:r>
              <a:rPr lang="en-US">
                <a:ea typeface="Calibri"/>
                <a:cs typeface="Calibri"/>
              </a:rPr>
              <a:t>These issues are not fundamental, and solvable using techniques from both sides.</a:t>
            </a:r>
          </a:p>
        </p:txBody>
      </p:sp>
    </p:spTree>
    <p:extLst>
      <p:ext uri="{BB962C8B-B14F-4D97-AF65-F5344CB8AC3E}">
        <p14:creationId xmlns:p14="http://schemas.microsoft.com/office/powerpoint/2010/main" val="3177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B320-EE11-9A72-0720-75E9D3BF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Take-aways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2D44-3612-CED1-843B-2DB9E444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 combines NN and 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. </a:t>
            </a:r>
          </a:p>
          <a:p>
            <a:r>
              <a:rPr lang="en-US" dirty="0">
                <a:ea typeface="Calibri"/>
                <a:cs typeface="Calibri"/>
              </a:rPr>
              <a:t>Inherits pros (and cons) of both sides.</a:t>
            </a:r>
          </a:p>
          <a:p>
            <a:r>
              <a:rPr lang="en-US" dirty="0">
                <a:ea typeface="Calibri"/>
                <a:cs typeface="Calibri"/>
              </a:rPr>
              <a:t>Cases make models interpretable, and equally accurate (if not more).</a:t>
            </a:r>
          </a:p>
          <a:p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illustrates new opportunities for network case-based reasoning.</a:t>
            </a:r>
          </a:p>
          <a:p>
            <a:r>
              <a:rPr lang="en-US" dirty="0">
                <a:ea typeface="+mn-lt"/>
                <a:cs typeface="+mn-lt"/>
              </a:rPr>
              <a:t>Symbolic and Neural, at the same time. (more than just Symbolic + Neural) </a:t>
            </a:r>
          </a:p>
          <a:p>
            <a:r>
              <a:rPr lang="en-US" dirty="0">
                <a:ea typeface="+mn-lt"/>
                <a:cs typeface="+mn-lt"/>
              </a:rPr>
              <a:t>One future direction is 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style RAG. </a:t>
            </a:r>
          </a:p>
        </p:txBody>
      </p:sp>
    </p:spTree>
    <p:extLst>
      <p:ext uri="{BB962C8B-B14F-4D97-AF65-F5344CB8AC3E}">
        <p14:creationId xmlns:p14="http://schemas.microsoft.com/office/powerpoint/2010/main" val="419499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1749</Words>
  <Application>Microsoft Office PowerPoint</Application>
  <PresentationFormat>Widescreen</PresentationFormat>
  <Paragraphs>164</Paragraphs>
  <Slides>42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Times New Roman</vt:lpstr>
      <vt:lpstr>office theme</vt:lpstr>
      <vt:lpstr>Run Like a Neural Network,  Explain Like k-Nearest Neighbor</vt:lpstr>
      <vt:lpstr>In Brief</vt:lpstr>
      <vt:lpstr>Why?</vt:lpstr>
      <vt:lpstr>How?</vt:lpstr>
      <vt:lpstr>Neural Network Based K-Nearest Neighbor</vt:lpstr>
      <vt:lpstr>1. Sampling cases to compare. We use equal number of cases from each class</vt:lpstr>
      <vt:lpstr>2. Extract Features. ResNet, Doc2Vec, Transformers, surface features, CNN, Bi-LSTM...</vt:lpstr>
      <vt:lpstr>3. Calculate Feature Distance. Euclidean distance, cosine distance. </vt:lpstr>
      <vt:lpstr>4. Weight each feature distance</vt:lpstr>
      <vt:lpstr>5. Calculate case activation based on distance</vt:lpstr>
      <vt:lpstr>6. Activate the corresponding classes</vt:lpstr>
      <vt:lpstr>Intuitive Explanation </vt:lpstr>
      <vt:lpstr>PowerPoint Presentation</vt:lpstr>
      <vt:lpstr>Benefits of NN-kNN</vt:lpstr>
      <vt:lpstr>How this relates to Winnie’s presentation</vt:lpstr>
      <vt:lpstr>Concept-based explanation</vt:lpstr>
      <vt:lpstr>My thoughts</vt:lpstr>
      <vt:lpstr>Concept-based explanation with  clinical importance</vt:lpstr>
      <vt:lpstr>We kind of are trying the same goal</vt:lpstr>
      <vt:lpstr>Enhancing AI models with external image-caption knowledge</vt:lpstr>
      <vt:lpstr>We are thinking similarly about retrieving</vt:lpstr>
      <vt:lpstr>Experiments and Results</vt:lpstr>
      <vt:lpstr>intervention</vt:lpstr>
      <vt:lpstr>Key challenge: Evaluating interpretability</vt:lpstr>
      <vt:lpstr>My thought: we don’t</vt:lpstr>
      <vt:lpstr>My thought</vt:lpstr>
      <vt:lpstr>Explanation can be subjective</vt:lpstr>
      <vt:lpstr>Explanation can be somewhat objective</vt:lpstr>
      <vt:lpstr>Explanation can be somewhat objective</vt:lpstr>
      <vt:lpstr>Rest are results can be skipped</vt:lpstr>
      <vt:lpstr>Evaluation</vt:lpstr>
      <vt:lpstr>Evaluation: Simple Classification</vt:lpstr>
      <vt:lpstr>Evaluation: Simple Classification</vt:lpstr>
      <vt:lpstr>Results on classification data sets for older NN-kNN</vt:lpstr>
      <vt:lpstr>Results on classification data sets for new NN-kNN</vt:lpstr>
      <vt:lpstr>Evaluation:  Image Classification</vt:lpstr>
      <vt:lpstr>Evaluation: Movie Review  Sentiment Classification</vt:lpstr>
      <vt:lpstr>Discussion: The Good.  NN-kNN is effective and interpretable</vt:lpstr>
      <vt:lpstr>Discussion: The Interesting I</vt:lpstr>
      <vt:lpstr>Discussion: The Interesting II</vt:lpstr>
      <vt:lpstr>Discussion: The Bad </vt:lpstr>
      <vt:lpstr>Take-aways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Ye, Xiaomeng</cp:lastModifiedBy>
  <cp:revision>66</cp:revision>
  <dcterms:created xsi:type="dcterms:W3CDTF">2013-07-15T20:26:40Z</dcterms:created>
  <dcterms:modified xsi:type="dcterms:W3CDTF">2026-02-24T17:25:00Z</dcterms:modified>
</cp:coreProperties>
</file>